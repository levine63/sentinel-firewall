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9" r:id="rId24"/>
    <p:sldId id="278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322D0E-69DC-4D17-8D19-9D69A174F831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2234CF-47B0-4BC9-A5D6-694B8550E1FF}">
      <dgm:prSet phldrT="[Text]"/>
      <dgm:spPr/>
      <dgm:t>
        <a:bodyPr/>
        <a:lstStyle/>
        <a:p>
          <a:pPr>
            <a:buNone/>
          </a:pPr>
          <a:r>
            <a:rPr lang="en-US" b="0" i="0" u="none" dirty="0"/>
            <a:t>Family was using an unsafe pot</a:t>
          </a:r>
          <a:endParaRPr lang="en-US" dirty="0"/>
        </a:p>
      </dgm:t>
    </dgm:pt>
    <dgm:pt modelId="{B3EA37C1-CF86-441F-BDB8-738F121A4B15}" type="parTrans" cxnId="{7FD3919A-879E-4557-8F12-5B27D18F67E9}">
      <dgm:prSet/>
      <dgm:spPr/>
      <dgm:t>
        <a:bodyPr/>
        <a:lstStyle/>
        <a:p>
          <a:endParaRPr lang="en-US"/>
        </a:p>
      </dgm:t>
    </dgm:pt>
    <dgm:pt modelId="{32D726C3-EE52-40CE-B2D6-8412EDAF9B23}" type="sibTrans" cxnId="{7FD3919A-879E-4557-8F12-5B27D18F67E9}">
      <dgm:prSet/>
      <dgm:spPr/>
      <dgm:t>
        <a:bodyPr/>
        <a:lstStyle/>
        <a:p>
          <a:endParaRPr lang="en-US"/>
        </a:p>
      </dgm:t>
    </dgm:pt>
    <dgm:pt modelId="{5376CB5B-CB6D-4DE8-8EC3-F791E45A04B4}">
      <dgm:prSet/>
      <dgm:spPr/>
      <dgm:t>
        <a:bodyPr/>
        <a:lstStyle/>
        <a:p>
          <a:pPr>
            <a:buNone/>
          </a:pPr>
          <a:r>
            <a:rPr lang="en-US" b="0" i="0" u="none"/>
            <a:t>Attend ANC</a:t>
          </a:r>
          <a:endParaRPr lang="en-US" b="0"/>
        </a:p>
      </dgm:t>
    </dgm:pt>
    <dgm:pt modelId="{76E675D5-76D6-45E4-A011-DD2AA308A89A}" type="parTrans" cxnId="{A964DBF4-E6BB-40DE-8F1B-85DB9D656398}">
      <dgm:prSet/>
      <dgm:spPr/>
      <dgm:t>
        <a:bodyPr/>
        <a:lstStyle/>
        <a:p>
          <a:endParaRPr lang="en-US"/>
        </a:p>
      </dgm:t>
    </dgm:pt>
    <dgm:pt modelId="{E9D0721E-56C8-41FE-8597-60062E370804}" type="sibTrans" cxnId="{A964DBF4-E6BB-40DE-8F1B-85DB9D656398}">
      <dgm:prSet/>
      <dgm:spPr/>
      <dgm:t>
        <a:bodyPr/>
        <a:lstStyle/>
        <a:p>
          <a:endParaRPr lang="en-US"/>
        </a:p>
      </dgm:t>
    </dgm:pt>
    <dgm:pt modelId="{E84B8C75-BAAF-4117-851B-F63763D2C6D5}">
      <dgm:prSet/>
      <dgm:spPr/>
      <dgm:t>
        <a:bodyPr/>
        <a:lstStyle/>
        <a:p>
          <a:pPr>
            <a:buNone/>
          </a:pPr>
          <a:r>
            <a:rPr lang="en-US" b="0" i="0" u="none"/>
            <a:t>Health center has voucher for pot and gives intervention</a:t>
          </a:r>
          <a:endParaRPr lang="en-US" b="0"/>
        </a:p>
      </dgm:t>
    </dgm:pt>
    <dgm:pt modelId="{5B1768C8-1FAF-4689-812C-346274DCCCF6}" type="parTrans" cxnId="{12B30EFB-F29E-4D18-944A-6FB6224C0CFC}">
      <dgm:prSet/>
      <dgm:spPr/>
      <dgm:t>
        <a:bodyPr/>
        <a:lstStyle/>
        <a:p>
          <a:endParaRPr lang="en-US"/>
        </a:p>
      </dgm:t>
    </dgm:pt>
    <dgm:pt modelId="{710A5B61-888A-4A21-9678-5B1EC5D77F3C}" type="sibTrans" cxnId="{12B30EFB-F29E-4D18-944A-6FB6224C0CFC}">
      <dgm:prSet/>
      <dgm:spPr/>
      <dgm:t>
        <a:bodyPr/>
        <a:lstStyle/>
        <a:p>
          <a:endParaRPr lang="en-US"/>
        </a:p>
      </dgm:t>
    </dgm:pt>
    <dgm:pt modelId="{854A1DCA-5D3A-4FE4-9593-8E563F6E4790}">
      <dgm:prSet/>
      <dgm:spPr/>
      <dgm:t>
        <a:bodyPr/>
        <a:lstStyle/>
        <a:p>
          <a:pPr>
            <a:buNone/>
          </a:pPr>
          <a:r>
            <a:rPr lang="en-US" b="0" i="0" u="none" dirty="0"/>
            <a:t>Caregiver finds store with pot in stock &amp; redeems voucher</a:t>
          </a:r>
          <a:endParaRPr lang="en-US" b="0" dirty="0"/>
        </a:p>
      </dgm:t>
    </dgm:pt>
    <dgm:pt modelId="{C6A50157-EF2B-4F19-A856-BF6DF5BEF41B}" type="parTrans" cxnId="{F4C76C4E-97D8-4B98-BE34-A875AFF8E4B5}">
      <dgm:prSet/>
      <dgm:spPr/>
      <dgm:t>
        <a:bodyPr/>
        <a:lstStyle/>
        <a:p>
          <a:endParaRPr lang="en-US"/>
        </a:p>
      </dgm:t>
    </dgm:pt>
    <dgm:pt modelId="{348B0C2E-3A31-443A-BFE0-529AA383947D}" type="sibTrans" cxnId="{F4C76C4E-97D8-4B98-BE34-A875AFF8E4B5}">
      <dgm:prSet/>
      <dgm:spPr/>
      <dgm:t>
        <a:bodyPr/>
        <a:lstStyle/>
        <a:p>
          <a:endParaRPr lang="en-US"/>
        </a:p>
      </dgm:t>
    </dgm:pt>
    <dgm:pt modelId="{67B18FE8-9953-4211-982E-3956ACFA100B}">
      <dgm:prSet/>
      <dgm:spPr/>
      <dgm:t>
        <a:bodyPr/>
        <a:lstStyle/>
        <a:p>
          <a:pPr>
            <a:buNone/>
          </a:pPr>
          <a:r>
            <a:rPr lang="en-US" b="0" i="0" u="none"/>
            <a:t>Mother uses the new pot and not the old when pregnant and nursing and for toddler</a:t>
          </a:r>
          <a:endParaRPr lang="en-US" b="0"/>
        </a:p>
      </dgm:t>
    </dgm:pt>
    <dgm:pt modelId="{DA168475-D014-4690-9FE4-C4D44732DF9F}" type="parTrans" cxnId="{570ADDC0-28D6-4722-B463-81641B7B13A5}">
      <dgm:prSet/>
      <dgm:spPr/>
      <dgm:t>
        <a:bodyPr/>
        <a:lstStyle/>
        <a:p>
          <a:endParaRPr lang="en-US"/>
        </a:p>
      </dgm:t>
    </dgm:pt>
    <dgm:pt modelId="{D1B0990D-BF5F-4C1A-A7A2-DC9868949872}" type="sibTrans" cxnId="{570ADDC0-28D6-4722-B463-81641B7B13A5}">
      <dgm:prSet/>
      <dgm:spPr/>
      <dgm:t>
        <a:bodyPr/>
        <a:lstStyle/>
        <a:p>
          <a:endParaRPr lang="en-US"/>
        </a:p>
      </dgm:t>
    </dgm:pt>
    <dgm:pt modelId="{ACCC31EF-D781-4F97-8B80-EABDF327B368}">
      <dgm:prSet/>
      <dgm:spPr/>
      <dgm:t>
        <a:bodyPr/>
        <a:lstStyle/>
        <a:p>
          <a:pPr>
            <a:buNone/>
          </a:pPr>
          <a:r>
            <a:rPr lang="en-US" b="0" i="0" u="none"/>
            <a:t>Lower maternal BLL during pregnancy &amp; lactation</a:t>
          </a:r>
          <a:endParaRPr lang="en-US" b="0"/>
        </a:p>
      </dgm:t>
    </dgm:pt>
    <dgm:pt modelId="{062B5FD5-1117-4985-834E-B173A3DDE2FA}" type="parTrans" cxnId="{11A09DC0-52FE-44B8-B968-0BB19E932A57}">
      <dgm:prSet/>
      <dgm:spPr/>
      <dgm:t>
        <a:bodyPr/>
        <a:lstStyle/>
        <a:p>
          <a:endParaRPr lang="en-US"/>
        </a:p>
      </dgm:t>
    </dgm:pt>
    <dgm:pt modelId="{4668560E-5337-4658-9453-26506A6E386A}" type="sibTrans" cxnId="{11A09DC0-52FE-44B8-B968-0BB19E932A57}">
      <dgm:prSet/>
      <dgm:spPr/>
      <dgm:t>
        <a:bodyPr/>
        <a:lstStyle/>
        <a:p>
          <a:endParaRPr lang="en-US"/>
        </a:p>
      </dgm:t>
    </dgm:pt>
    <dgm:pt modelId="{D8F86C23-C5FD-42C2-8952-514147085905}">
      <dgm:prSet/>
      <dgm:spPr/>
      <dgm:t>
        <a:bodyPr/>
        <a:lstStyle/>
        <a:p>
          <a:pPr>
            <a:buNone/>
          </a:pPr>
          <a:r>
            <a:rPr lang="en-US" b="0" i="0" u="none"/>
            <a:t>Lower fetal BLL, infant BLL when nursing &amp; toddler BLL once complementary feeding begins</a:t>
          </a:r>
          <a:endParaRPr lang="en-US" b="0"/>
        </a:p>
      </dgm:t>
    </dgm:pt>
    <dgm:pt modelId="{F92B392E-5922-4243-A8EE-1A59E0F5A902}" type="parTrans" cxnId="{171FB6D2-197E-4195-AE65-FA39D9093866}">
      <dgm:prSet/>
      <dgm:spPr/>
      <dgm:t>
        <a:bodyPr/>
        <a:lstStyle/>
        <a:p>
          <a:endParaRPr lang="en-US"/>
        </a:p>
      </dgm:t>
    </dgm:pt>
    <dgm:pt modelId="{B19D6499-948D-41A2-9762-0ADD08F21099}" type="sibTrans" cxnId="{171FB6D2-197E-4195-AE65-FA39D9093866}">
      <dgm:prSet/>
      <dgm:spPr/>
      <dgm:t>
        <a:bodyPr/>
        <a:lstStyle/>
        <a:p>
          <a:endParaRPr lang="en-US"/>
        </a:p>
      </dgm:t>
    </dgm:pt>
    <dgm:pt modelId="{D0DF908A-CDA3-4046-B8B9-8C8F87A3EC8A}">
      <dgm:prSet/>
      <dgm:spPr/>
      <dgm:t>
        <a:bodyPr/>
        <a:lstStyle/>
        <a:p>
          <a:pPr>
            <a:buNone/>
          </a:pPr>
          <a:r>
            <a:rPr lang="en-US" b="0" i="0" u="none"/>
            <a:t>Improved neurodevelopment, higher IQ, fewer behavioral problems</a:t>
          </a:r>
          <a:endParaRPr lang="en-US" b="0"/>
        </a:p>
      </dgm:t>
    </dgm:pt>
    <dgm:pt modelId="{D3F812E5-7407-40E8-B40E-6F38C5235CC5}" type="parTrans" cxnId="{822CC840-8B47-44DF-AF1D-2AA0494595B3}">
      <dgm:prSet/>
      <dgm:spPr/>
      <dgm:t>
        <a:bodyPr/>
        <a:lstStyle/>
        <a:p>
          <a:endParaRPr lang="en-US"/>
        </a:p>
      </dgm:t>
    </dgm:pt>
    <dgm:pt modelId="{216D3A65-469F-4E00-BB41-DF51E2E28ED0}" type="sibTrans" cxnId="{822CC840-8B47-44DF-AF1D-2AA0494595B3}">
      <dgm:prSet/>
      <dgm:spPr/>
      <dgm:t>
        <a:bodyPr/>
        <a:lstStyle/>
        <a:p>
          <a:endParaRPr lang="en-US"/>
        </a:p>
      </dgm:t>
    </dgm:pt>
    <dgm:pt modelId="{89B40C72-A78F-4746-BF91-209B973B9112}">
      <dgm:prSet/>
      <dgm:spPr/>
      <dgm:t>
        <a:bodyPr/>
        <a:lstStyle/>
        <a:p>
          <a:pPr>
            <a:buNone/>
          </a:pPr>
          <a:r>
            <a:rPr lang="en-US" b="0" i="0" u="none"/>
            <a:t>Higher productivity and earning</a:t>
          </a:r>
          <a:endParaRPr lang="en-US" b="0"/>
        </a:p>
      </dgm:t>
    </dgm:pt>
    <dgm:pt modelId="{19A7B040-0355-488A-9764-14FE952A839E}" type="parTrans" cxnId="{E85C23F0-88C0-420B-9FF9-01188FFE1ECC}">
      <dgm:prSet/>
      <dgm:spPr/>
      <dgm:t>
        <a:bodyPr/>
        <a:lstStyle/>
        <a:p>
          <a:endParaRPr lang="en-US"/>
        </a:p>
      </dgm:t>
    </dgm:pt>
    <dgm:pt modelId="{8897E1F7-FF33-416D-8881-9A9F0BF2BEBB}" type="sibTrans" cxnId="{E85C23F0-88C0-420B-9FF9-01188FFE1ECC}">
      <dgm:prSet/>
      <dgm:spPr/>
      <dgm:t>
        <a:bodyPr/>
        <a:lstStyle/>
        <a:p>
          <a:endParaRPr lang="en-US"/>
        </a:p>
      </dgm:t>
    </dgm:pt>
    <dgm:pt modelId="{5C8D3155-8BA9-4788-B446-829B615DC053}" type="pres">
      <dgm:prSet presAssocID="{35322D0E-69DC-4D17-8D19-9D69A174F831}" presName="diagram" presStyleCnt="0">
        <dgm:presLayoutVars>
          <dgm:dir/>
          <dgm:resizeHandles val="exact"/>
        </dgm:presLayoutVars>
      </dgm:prSet>
      <dgm:spPr/>
    </dgm:pt>
    <dgm:pt modelId="{D1F9ABB8-8D71-4DD7-A898-728E5E3C9D27}" type="pres">
      <dgm:prSet presAssocID="{EA2234CF-47B0-4BC9-A5D6-694B8550E1FF}" presName="node" presStyleLbl="node1" presStyleIdx="0" presStyleCnt="9">
        <dgm:presLayoutVars>
          <dgm:bulletEnabled val="1"/>
        </dgm:presLayoutVars>
      </dgm:prSet>
      <dgm:spPr/>
    </dgm:pt>
    <dgm:pt modelId="{0991E3D2-1E80-4CB9-94B1-CE9F8940A651}" type="pres">
      <dgm:prSet presAssocID="{32D726C3-EE52-40CE-B2D6-8412EDAF9B23}" presName="sibTrans" presStyleLbl="sibTrans2D1" presStyleIdx="0" presStyleCnt="8"/>
      <dgm:spPr/>
    </dgm:pt>
    <dgm:pt modelId="{81BEB15F-997D-458F-95E2-CCB9AF87E03D}" type="pres">
      <dgm:prSet presAssocID="{32D726C3-EE52-40CE-B2D6-8412EDAF9B23}" presName="connectorText" presStyleLbl="sibTrans2D1" presStyleIdx="0" presStyleCnt="8"/>
      <dgm:spPr/>
    </dgm:pt>
    <dgm:pt modelId="{B617066E-7379-4AB6-9D49-EB0CE7597DCB}" type="pres">
      <dgm:prSet presAssocID="{5376CB5B-CB6D-4DE8-8EC3-F791E45A04B4}" presName="node" presStyleLbl="node1" presStyleIdx="1" presStyleCnt="9">
        <dgm:presLayoutVars>
          <dgm:bulletEnabled val="1"/>
        </dgm:presLayoutVars>
      </dgm:prSet>
      <dgm:spPr/>
    </dgm:pt>
    <dgm:pt modelId="{71FAEA18-2A91-442D-B1AD-23B9E413CFF6}" type="pres">
      <dgm:prSet presAssocID="{E9D0721E-56C8-41FE-8597-60062E370804}" presName="sibTrans" presStyleLbl="sibTrans2D1" presStyleIdx="1" presStyleCnt="8"/>
      <dgm:spPr/>
    </dgm:pt>
    <dgm:pt modelId="{F6B4168E-92EC-4735-ABBA-70218FFEF472}" type="pres">
      <dgm:prSet presAssocID="{E9D0721E-56C8-41FE-8597-60062E370804}" presName="connectorText" presStyleLbl="sibTrans2D1" presStyleIdx="1" presStyleCnt="8"/>
      <dgm:spPr/>
    </dgm:pt>
    <dgm:pt modelId="{FBB4EF76-3F3B-448C-AD05-437AD3662E72}" type="pres">
      <dgm:prSet presAssocID="{E84B8C75-BAAF-4117-851B-F63763D2C6D5}" presName="node" presStyleLbl="node1" presStyleIdx="2" presStyleCnt="9">
        <dgm:presLayoutVars>
          <dgm:bulletEnabled val="1"/>
        </dgm:presLayoutVars>
      </dgm:prSet>
      <dgm:spPr/>
    </dgm:pt>
    <dgm:pt modelId="{6C93300D-B831-4DAF-8E9F-A8B6B9F3B643}" type="pres">
      <dgm:prSet presAssocID="{710A5B61-888A-4A21-9678-5B1EC5D77F3C}" presName="sibTrans" presStyleLbl="sibTrans2D1" presStyleIdx="2" presStyleCnt="8"/>
      <dgm:spPr/>
    </dgm:pt>
    <dgm:pt modelId="{F8DDD9AD-0321-4A61-A0F0-B4E7057409E0}" type="pres">
      <dgm:prSet presAssocID="{710A5B61-888A-4A21-9678-5B1EC5D77F3C}" presName="connectorText" presStyleLbl="sibTrans2D1" presStyleIdx="2" presStyleCnt="8"/>
      <dgm:spPr/>
    </dgm:pt>
    <dgm:pt modelId="{547D487D-AB3F-403E-B152-541B50834D2F}" type="pres">
      <dgm:prSet presAssocID="{854A1DCA-5D3A-4FE4-9593-8E563F6E4790}" presName="node" presStyleLbl="node1" presStyleIdx="3" presStyleCnt="9">
        <dgm:presLayoutVars>
          <dgm:bulletEnabled val="1"/>
        </dgm:presLayoutVars>
      </dgm:prSet>
      <dgm:spPr/>
    </dgm:pt>
    <dgm:pt modelId="{BEACE060-DCE6-47DD-942A-1CE8D6EAEF3F}" type="pres">
      <dgm:prSet presAssocID="{348B0C2E-3A31-443A-BFE0-529AA383947D}" presName="sibTrans" presStyleLbl="sibTrans2D1" presStyleIdx="3" presStyleCnt="8"/>
      <dgm:spPr/>
    </dgm:pt>
    <dgm:pt modelId="{C2C802EB-BA63-4D59-88D5-D7B676D83652}" type="pres">
      <dgm:prSet presAssocID="{348B0C2E-3A31-443A-BFE0-529AA383947D}" presName="connectorText" presStyleLbl="sibTrans2D1" presStyleIdx="3" presStyleCnt="8"/>
      <dgm:spPr/>
    </dgm:pt>
    <dgm:pt modelId="{CFAD99A0-BD1B-4ACE-83BA-1F6663E5EDF5}" type="pres">
      <dgm:prSet presAssocID="{67B18FE8-9953-4211-982E-3956ACFA100B}" presName="node" presStyleLbl="node1" presStyleIdx="4" presStyleCnt="9">
        <dgm:presLayoutVars>
          <dgm:bulletEnabled val="1"/>
        </dgm:presLayoutVars>
      </dgm:prSet>
      <dgm:spPr/>
    </dgm:pt>
    <dgm:pt modelId="{FB6CFCD8-F777-494C-BACF-58801C3DC032}" type="pres">
      <dgm:prSet presAssocID="{D1B0990D-BF5F-4C1A-A7A2-DC9868949872}" presName="sibTrans" presStyleLbl="sibTrans2D1" presStyleIdx="4" presStyleCnt="8"/>
      <dgm:spPr/>
    </dgm:pt>
    <dgm:pt modelId="{7A61584E-4008-4A6E-B4D5-2BE574FFE304}" type="pres">
      <dgm:prSet presAssocID="{D1B0990D-BF5F-4C1A-A7A2-DC9868949872}" presName="connectorText" presStyleLbl="sibTrans2D1" presStyleIdx="4" presStyleCnt="8"/>
      <dgm:spPr/>
    </dgm:pt>
    <dgm:pt modelId="{6D1D4CC3-D901-4172-8E7D-49E61362D255}" type="pres">
      <dgm:prSet presAssocID="{ACCC31EF-D781-4F97-8B80-EABDF327B368}" presName="node" presStyleLbl="node1" presStyleIdx="5" presStyleCnt="9">
        <dgm:presLayoutVars>
          <dgm:bulletEnabled val="1"/>
        </dgm:presLayoutVars>
      </dgm:prSet>
      <dgm:spPr/>
    </dgm:pt>
    <dgm:pt modelId="{D0705266-2C1A-4B69-B093-5AD845AB1241}" type="pres">
      <dgm:prSet presAssocID="{4668560E-5337-4658-9453-26506A6E386A}" presName="sibTrans" presStyleLbl="sibTrans2D1" presStyleIdx="5" presStyleCnt="8"/>
      <dgm:spPr/>
    </dgm:pt>
    <dgm:pt modelId="{F07694F0-C0BA-403A-9C71-B37F4E5F0158}" type="pres">
      <dgm:prSet presAssocID="{4668560E-5337-4658-9453-26506A6E386A}" presName="connectorText" presStyleLbl="sibTrans2D1" presStyleIdx="5" presStyleCnt="8"/>
      <dgm:spPr/>
    </dgm:pt>
    <dgm:pt modelId="{104DCCE2-E564-4B40-BEC8-08FF768A6737}" type="pres">
      <dgm:prSet presAssocID="{D8F86C23-C5FD-42C2-8952-514147085905}" presName="node" presStyleLbl="node1" presStyleIdx="6" presStyleCnt="9">
        <dgm:presLayoutVars>
          <dgm:bulletEnabled val="1"/>
        </dgm:presLayoutVars>
      </dgm:prSet>
      <dgm:spPr/>
    </dgm:pt>
    <dgm:pt modelId="{855A0485-33C5-4759-8F53-8DDCDCA053E6}" type="pres">
      <dgm:prSet presAssocID="{B19D6499-948D-41A2-9762-0ADD08F21099}" presName="sibTrans" presStyleLbl="sibTrans2D1" presStyleIdx="6" presStyleCnt="8"/>
      <dgm:spPr/>
    </dgm:pt>
    <dgm:pt modelId="{ABEA6881-780B-41B7-89C9-0FF0093762EA}" type="pres">
      <dgm:prSet presAssocID="{B19D6499-948D-41A2-9762-0ADD08F21099}" presName="connectorText" presStyleLbl="sibTrans2D1" presStyleIdx="6" presStyleCnt="8"/>
      <dgm:spPr/>
    </dgm:pt>
    <dgm:pt modelId="{7628B6B1-906B-48C5-BB7E-7C5B4B3276A4}" type="pres">
      <dgm:prSet presAssocID="{D0DF908A-CDA3-4046-B8B9-8C8F87A3EC8A}" presName="node" presStyleLbl="node1" presStyleIdx="7" presStyleCnt="9">
        <dgm:presLayoutVars>
          <dgm:bulletEnabled val="1"/>
        </dgm:presLayoutVars>
      </dgm:prSet>
      <dgm:spPr/>
    </dgm:pt>
    <dgm:pt modelId="{32355560-19A6-4E4C-93D6-06D94E2CA3E6}" type="pres">
      <dgm:prSet presAssocID="{216D3A65-469F-4E00-BB41-DF51E2E28ED0}" presName="sibTrans" presStyleLbl="sibTrans2D1" presStyleIdx="7" presStyleCnt="8"/>
      <dgm:spPr/>
    </dgm:pt>
    <dgm:pt modelId="{BB6F2690-EDEF-4A3B-BF0C-452EFA788D00}" type="pres">
      <dgm:prSet presAssocID="{216D3A65-469F-4E00-BB41-DF51E2E28ED0}" presName="connectorText" presStyleLbl="sibTrans2D1" presStyleIdx="7" presStyleCnt="8"/>
      <dgm:spPr/>
    </dgm:pt>
    <dgm:pt modelId="{1D8D81C3-0A28-4EEE-A072-9081D075743E}" type="pres">
      <dgm:prSet presAssocID="{89B40C72-A78F-4746-BF91-209B973B9112}" presName="node" presStyleLbl="node1" presStyleIdx="8" presStyleCnt="9">
        <dgm:presLayoutVars>
          <dgm:bulletEnabled val="1"/>
        </dgm:presLayoutVars>
      </dgm:prSet>
      <dgm:spPr/>
    </dgm:pt>
  </dgm:ptLst>
  <dgm:cxnLst>
    <dgm:cxn modelId="{54EFEF00-D9A4-4128-ABB0-4889E0C88AEC}" type="presOf" srcId="{EA2234CF-47B0-4BC9-A5D6-694B8550E1FF}" destId="{D1F9ABB8-8D71-4DD7-A898-728E5E3C9D27}" srcOrd="0" destOrd="0" presId="urn:microsoft.com/office/officeart/2005/8/layout/process5"/>
    <dgm:cxn modelId="{D9CA950E-1185-4820-899A-4832EAF4A6C8}" type="presOf" srcId="{4668560E-5337-4658-9453-26506A6E386A}" destId="{D0705266-2C1A-4B69-B093-5AD845AB1241}" srcOrd="0" destOrd="0" presId="urn:microsoft.com/office/officeart/2005/8/layout/process5"/>
    <dgm:cxn modelId="{57C47C0F-81CA-4444-A8FA-60A5B9292E4B}" type="presOf" srcId="{4668560E-5337-4658-9453-26506A6E386A}" destId="{F07694F0-C0BA-403A-9C71-B37F4E5F0158}" srcOrd="1" destOrd="0" presId="urn:microsoft.com/office/officeart/2005/8/layout/process5"/>
    <dgm:cxn modelId="{E609C619-026E-4D8C-AF61-7B47E8570B57}" type="presOf" srcId="{D8F86C23-C5FD-42C2-8952-514147085905}" destId="{104DCCE2-E564-4B40-BEC8-08FF768A6737}" srcOrd="0" destOrd="0" presId="urn:microsoft.com/office/officeart/2005/8/layout/process5"/>
    <dgm:cxn modelId="{B9D53721-345F-48F6-8889-B4C9472055E6}" type="presOf" srcId="{216D3A65-469F-4E00-BB41-DF51E2E28ED0}" destId="{BB6F2690-EDEF-4A3B-BF0C-452EFA788D00}" srcOrd="1" destOrd="0" presId="urn:microsoft.com/office/officeart/2005/8/layout/process5"/>
    <dgm:cxn modelId="{8F857D22-10C0-442D-8A44-78D11CBCE992}" type="presOf" srcId="{35322D0E-69DC-4D17-8D19-9D69A174F831}" destId="{5C8D3155-8BA9-4788-B446-829B615DC053}" srcOrd="0" destOrd="0" presId="urn:microsoft.com/office/officeart/2005/8/layout/process5"/>
    <dgm:cxn modelId="{3DC2772C-6F4D-4960-9461-60F2CF984F25}" type="presOf" srcId="{216D3A65-469F-4E00-BB41-DF51E2E28ED0}" destId="{32355560-19A6-4E4C-93D6-06D94E2CA3E6}" srcOrd="0" destOrd="0" presId="urn:microsoft.com/office/officeart/2005/8/layout/process5"/>
    <dgm:cxn modelId="{BDAA3730-D523-4607-BBC4-AE020305714A}" type="presOf" srcId="{32D726C3-EE52-40CE-B2D6-8412EDAF9B23}" destId="{81BEB15F-997D-458F-95E2-CCB9AF87E03D}" srcOrd="1" destOrd="0" presId="urn:microsoft.com/office/officeart/2005/8/layout/process5"/>
    <dgm:cxn modelId="{926D173A-F5E3-42F1-A79E-ED59E50C0D04}" type="presOf" srcId="{710A5B61-888A-4A21-9678-5B1EC5D77F3C}" destId="{6C93300D-B831-4DAF-8E9F-A8B6B9F3B643}" srcOrd="0" destOrd="0" presId="urn:microsoft.com/office/officeart/2005/8/layout/process5"/>
    <dgm:cxn modelId="{463F983A-BEC7-4094-AECD-FF60241C2E1C}" type="presOf" srcId="{B19D6499-948D-41A2-9762-0ADD08F21099}" destId="{ABEA6881-780B-41B7-89C9-0FF0093762EA}" srcOrd="1" destOrd="0" presId="urn:microsoft.com/office/officeart/2005/8/layout/process5"/>
    <dgm:cxn modelId="{822CC840-8B47-44DF-AF1D-2AA0494595B3}" srcId="{35322D0E-69DC-4D17-8D19-9D69A174F831}" destId="{D0DF908A-CDA3-4046-B8B9-8C8F87A3EC8A}" srcOrd="7" destOrd="0" parTransId="{D3F812E5-7407-40E8-B40E-6F38C5235CC5}" sibTransId="{216D3A65-469F-4E00-BB41-DF51E2E28ED0}"/>
    <dgm:cxn modelId="{F4C76C4E-97D8-4B98-BE34-A875AFF8E4B5}" srcId="{35322D0E-69DC-4D17-8D19-9D69A174F831}" destId="{854A1DCA-5D3A-4FE4-9593-8E563F6E4790}" srcOrd="3" destOrd="0" parTransId="{C6A50157-EF2B-4F19-A856-BF6DF5BEF41B}" sibTransId="{348B0C2E-3A31-443A-BFE0-529AA383947D}"/>
    <dgm:cxn modelId="{434F3F53-9A78-4EDD-8FEF-31E5207A175F}" type="presOf" srcId="{D0DF908A-CDA3-4046-B8B9-8C8F87A3EC8A}" destId="{7628B6B1-906B-48C5-BB7E-7C5B4B3276A4}" srcOrd="0" destOrd="0" presId="urn:microsoft.com/office/officeart/2005/8/layout/process5"/>
    <dgm:cxn modelId="{66D81755-B8C6-446A-939A-49C35D22E075}" type="presOf" srcId="{D1B0990D-BF5F-4C1A-A7A2-DC9868949872}" destId="{7A61584E-4008-4A6E-B4D5-2BE574FFE304}" srcOrd="1" destOrd="0" presId="urn:microsoft.com/office/officeart/2005/8/layout/process5"/>
    <dgm:cxn modelId="{76E63B55-143B-4402-B7FD-37B6E7BF0A88}" type="presOf" srcId="{E9D0721E-56C8-41FE-8597-60062E370804}" destId="{F6B4168E-92EC-4735-ABBA-70218FFEF472}" srcOrd="1" destOrd="0" presId="urn:microsoft.com/office/officeart/2005/8/layout/process5"/>
    <dgm:cxn modelId="{7C30B557-F2AE-42E3-AD00-85492B83001E}" type="presOf" srcId="{D1B0990D-BF5F-4C1A-A7A2-DC9868949872}" destId="{FB6CFCD8-F777-494C-BACF-58801C3DC032}" srcOrd="0" destOrd="0" presId="urn:microsoft.com/office/officeart/2005/8/layout/process5"/>
    <dgm:cxn modelId="{7FD3919A-879E-4557-8F12-5B27D18F67E9}" srcId="{35322D0E-69DC-4D17-8D19-9D69A174F831}" destId="{EA2234CF-47B0-4BC9-A5D6-694B8550E1FF}" srcOrd="0" destOrd="0" parTransId="{B3EA37C1-CF86-441F-BDB8-738F121A4B15}" sibTransId="{32D726C3-EE52-40CE-B2D6-8412EDAF9B23}"/>
    <dgm:cxn modelId="{A7EB409B-BD89-4A57-9DFD-15F821FAC450}" type="presOf" srcId="{67B18FE8-9953-4211-982E-3956ACFA100B}" destId="{CFAD99A0-BD1B-4ACE-83BA-1F6663E5EDF5}" srcOrd="0" destOrd="0" presId="urn:microsoft.com/office/officeart/2005/8/layout/process5"/>
    <dgm:cxn modelId="{68C10F9D-EAB9-4FE7-BD9C-AE69974E26F4}" type="presOf" srcId="{348B0C2E-3A31-443A-BFE0-529AA383947D}" destId="{BEACE060-DCE6-47DD-942A-1CE8D6EAEF3F}" srcOrd="0" destOrd="0" presId="urn:microsoft.com/office/officeart/2005/8/layout/process5"/>
    <dgm:cxn modelId="{BF2839A5-D130-4435-8321-2BB507460A3F}" type="presOf" srcId="{5376CB5B-CB6D-4DE8-8EC3-F791E45A04B4}" destId="{B617066E-7379-4AB6-9D49-EB0CE7597DCB}" srcOrd="0" destOrd="0" presId="urn:microsoft.com/office/officeart/2005/8/layout/process5"/>
    <dgm:cxn modelId="{B7BC3EA7-6200-42B6-88D1-A983C4DC831C}" type="presOf" srcId="{348B0C2E-3A31-443A-BFE0-529AA383947D}" destId="{C2C802EB-BA63-4D59-88D5-D7B676D83652}" srcOrd="1" destOrd="0" presId="urn:microsoft.com/office/officeart/2005/8/layout/process5"/>
    <dgm:cxn modelId="{F8B2E4B4-7D45-4026-839D-2EA643F9046B}" type="presOf" srcId="{854A1DCA-5D3A-4FE4-9593-8E563F6E4790}" destId="{547D487D-AB3F-403E-B152-541B50834D2F}" srcOrd="0" destOrd="0" presId="urn:microsoft.com/office/officeart/2005/8/layout/process5"/>
    <dgm:cxn modelId="{774E54B9-55C3-400B-B542-26714F23BA9B}" type="presOf" srcId="{B19D6499-948D-41A2-9762-0ADD08F21099}" destId="{855A0485-33C5-4759-8F53-8DDCDCA053E6}" srcOrd="0" destOrd="0" presId="urn:microsoft.com/office/officeart/2005/8/layout/process5"/>
    <dgm:cxn modelId="{11A09DC0-52FE-44B8-B968-0BB19E932A57}" srcId="{35322D0E-69DC-4D17-8D19-9D69A174F831}" destId="{ACCC31EF-D781-4F97-8B80-EABDF327B368}" srcOrd="5" destOrd="0" parTransId="{062B5FD5-1117-4985-834E-B173A3DDE2FA}" sibTransId="{4668560E-5337-4658-9453-26506A6E386A}"/>
    <dgm:cxn modelId="{570ADDC0-28D6-4722-B463-81641B7B13A5}" srcId="{35322D0E-69DC-4D17-8D19-9D69A174F831}" destId="{67B18FE8-9953-4211-982E-3956ACFA100B}" srcOrd="4" destOrd="0" parTransId="{DA168475-D014-4690-9FE4-C4D44732DF9F}" sibTransId="{D1B0990D-BF5F-4C1A-A7A2-DC9868949872}"/>
    <dgm:cxn modelId="{A81956CD-5629-4BF1-8B7F-81F0BE33A062}" type="presOf" srcId="{89B40C72-A78F-4746-BF91-209B973B9112}" destId="{1D8D81C3-0A28-4EEE-A072-9081D075743E}" srcOrd="0" destOrd="0" presId="urn:microsoft.com/office/officeart/2005/8/layout/process5"/>
    <dgm:cxn modelId="{171FB6D2-197E-4195-AE65-FA39D9093866}" srcId="{35322D0E-69DC-4D17-8D19-9D69A174F831}" destId="{D8F86C23-C5FD-42C2-8952-514147085905}" srcOrd="6" destOrd="0" parTransId="{F92B392E-5922-4243-A8EE-1A59E0F5A902}" sibTransId="{B19D6499-948D-41A2-9762-0ADD08F21099}"/>
    <dgm:cxn modelId="{6BE298DC-9C83-42AD-8C60-02FA66AECFF2}" type="presOf" srcId="{32D726C3-EE52-40CE-B2D6-8412EDAF9B23}" destId="{0991E3D2-1E80-4CB9-94B1-CE9F8940A651}" srcOrd="0" destOrd="0" presId="urn:microsoft.com/office/officeart/2005/8/layout/process5"/>
    <dgm:cxn modelId="{C3255AE9-38C5-4FEF-9970-CEC6D2006810}" type="presOf" srcId="{ACCC31EF-D781-4F97-8B80-EABDF327B368}" destId="{6D1D4CC3-D901-4172-8E7D-49E61362D255}" srcOrd="0" destOrd="0" presId="urn:microsoft.com/office/officeart/2005/8/layout/process5"/>
    <dgm:cxn modelId="{CD370AEB-9734-4CFB-8C0A-565492CE256D}" type="presOf" srcId="{E9D0721E-56C8-41FE-8597-60062E370804}" destId="{71FAEA18-2A91-442D-B1AD-23B9E413CFF6}" srcOrd="0" destOrd="0" presId="urn:microsoft.com/office/officeart/2005/8/layout/process5"/>
    <dgm:cxn modelId="{59C280EB-70FD-44CE-88BC-DD65918A8730}" type="presOf" srcId="{710A5B61-888A-4A21-9678-5B1EC5D77F3C}" destId="{F8DDD9AD-0321-4A61-A0F0-B4E7057409E0}" srcOrd="1" destOrd="0" presId="urn:microsoft.com/office/officeart/2005/8/layout/process5"/>
    <dgm:cxn modelId="{E85C23F0-88C0-420B-9FF9-01188FFE1ECC}" srcId="{35322D0E-69DC-4D17-8D19-9D69A174F831}" destId="{89B40C72-A78F-4746-BF91-209B973B9112}" srcOrd="8" destOrd="0" parTransId="{19A7B040-0355-488A-9764-14FE952A839E}" sibTransId="{8897E1F7-FF33-416D-8881-9A9F0BF2BEBB}"/>
    <dgm:cxn modelId="{3B9EB6F3-2E40-43A5-869F-7424FE09F1E9}" type="presOf" srcId="{E84B8C75-BAAF-4117-851B-F63763D2C6D5}" destId="{FBB4EF76-3F3B-448C-AD05-437AD3662E72}" srcOrd="0" destOrd="0" presId="urn:microsoft.com/office/officeart/2005/8/layout/process5"/>
    <dgm:cxn modelId="{A964DBF4-E6BB-40DE-8F1B-85DB9D656398}" srcId="{35322D0E-69DC-4D17-8D19-9D69A174F831}" destId="{5376CB5B-CB6D-4DE8-8EC3-F791E45A04B4}" srcOrd="1" destOrd="0" parTransId="{76E675D5-76D6-45E4-A011-DD2AA308A89A}" sibTransId="{E9D0721E-56C8-41FE-8597-60062E370804}"/>
    <dgm:cxn modelId="{12B30EFB-F29E-4D18-944A-6FB6224C0CFC}" srcId="{35322D0E-69DC-4D17-8D19-9D69A174F831}" destId="{E84B8C75-BAAF-4117-851B-F63763D2C6D5}" srcOrd="2" destOrd="0" parTransId="{5B1768C8-1FAF-4689-812C-346274DCCCF6}" sibTransId="{710A5B61-888A-4A21-9678-5B1EC5D77F3C}"/>
    <dgm:cxn modelId="{268ED626-F7DB-4821-95E7-E26E78B4C2FF}" type="presParOf" srcId="{5C8D3155-8BA9-4788-B446-829B615DC053}" destId="{D1F9ABB8-8D71-4DD7-A898-728E5E3C9D27}" srcOrd="0" destOrd="0" presId="urn:microsoft.com/office/officeart/2005/8/layout/process5"/>
    <dgm:cxn modelId="{D456EEA9-DFCA-4C9A-B6CC-F052734D2BCF}" type="presParOf" srcId="{5C8D3155-8BA9-4788-B446-829B615DC053}" destId="{0991E3D2-1E80-4CB9-94B1-CE9F8940A651}" srcOrd="1" destOrd="0" presId="urn:microsoft.com/office/officeart/2005/8/layout/process5"/>
    <dgm:cxn modelId="{1A87A7CF-2135-4DB6-B2E8-8EC8BE837288}" type="presParOf" srcId="{0991E3D2-1E80-4CB9-94B1-CE9F8940A651}" destId="{81BEB15F-997D-458F-95E2-CCB9AF87E03D}" srcOrd="0" destOrd="0" presId="urn:microsoft.com/office/officeart/2005/8/layout/process5"/>
    <dgm:cxn modelId="{C7B486E5-B01C-4F9F-B11F-8717E7249312}" type="presParOf" srcId="{5C8D3155-8BA9-4788-B446-829B615DC053}" destId="{B617066E-7379-4AB6-9D49-EB0CE7597DCB}" srcOrd="2" destOrd="0" presId="urn:microsoft.com/office/officeart/2005/8/layout/process5"/>
    <dgm:cxn modelId="{E130FB44-93D2-4F58-8D83-10CFB40315B2}" type="presParOf" srcId="{5C8D3155-8BA9-4788-B446-829B615DC053}" destId="{71FAEA18-2A91-442D-B1AD-23B9E413CFF6}" srcOrd="3" destOrd="0" presId="urn:microsoft.com/office/officeart/2005/8/layout/process5"/>
    <dgm:cxn modelId="{4C7B5FB9-7941-49A2-931D-291BD9885C5F}" type="presParOf" srcId="{71FAEA18-2A91-442D-B1AD-23B9E413CFF6}" destId="{F6B4168E-92EC-4735-ABBA-70218FFEF472}" srcOrd="0" destOrd="0" presId="urn:microsoft.com/office/officeart/2005/8/layout/process5"/>
    <dgm:cxn modelId="{B027625D-2E3D-4255-A4EC-91860EA48FFC}" type="presParOf" srcId="{5C8D3155-8BA9-4788-B446-829B615DC053}" destId="{FBB4EF76-3F3B-448C-AD05-437AD3662E72}" srcOrd="4" destOrd="0" presId="urn:microsoft.com/office/officeart/2005/8/layout/process5"/>
    <dgm:cxn modelId="{E768D768-0190-4247-8252-3C8D5D24A2FE}" type="presParOf" srcId="{5C8D3155-8BA9-4788-B446-829B615DC053}" destId="{6C93300D-B831-4DAF-8E9F-A8B6B9F3B643}" srcOrd="5" destOrd="0" presId="urn:microsoft.com/office/officeart/2005/8/layout/process5"/>
    <dgm:cxn modelId="{FBDC6217-DA9C-44C7-8F8F-0682ACB85F27}" type="presParOf" srcId="{6C93300D-B831-4DAF-8E9F-A8B6B9F3B643}" destId="{F8DDD9AD-0321-4A61-A0F0-B4E7057409E0}" srcOrd="0" destOrd="0" presId="urn:microsoft.com/office/officeart/2005/8/layout/process5"/>
    <dgm:cxn modelId="{B1055534-2FD0-4D13-9088-322322B017A4}" type="presParOf" srcId="{5C8D3155-8BA9-4788-B446-829B615DC053}" destId="{547D487D-AB3F-403E-B152-541B50834D2F}" srcOrd="6" destOrd="0" presId="urn:microsoft.com/office/officeart/2005/8/layout/process5"/>
    <dgm:cxn modelId="{F0AFA901-01C6-4F10-832C-BDD1C6580FA7}" type="presParOf" srcId="{5C8D3155-8BA9-4788-B446-829B615DC053}" destId="{BEACE060-DCE6-47DD-942A-1CE8D6EAEF3F}" srcOrd="7" destOrd="0" presId="urn:microsoft.com/office/officeart/2005/8/layout/process5"/>
    <dgm:cxn modelId="{DF87BF30-BF30-424D-8CDC-AD805EE68B19}" type="presParOf" srcId="{BEACE060-DCE6-47DD-942A-1CE8D6EAEF3F}" destId="{C2C802EB-BA63-4D59-88D5-D7B676D83652}" srcOrd="0" destOrd="0" presId="urn:microsoft.com/office/officeart/2005/8/layout/process5"/>
    <dgm:cxn modelId="{BB626706-966E-4D8E-97D8-4128E4FA9FFA}" type="presParOf" srcId="{5C8D3155-8BA9-4788-B446-829B615DC053}" destId="{CFAD99A0-BD1B-4ACE-83BA-1F6663E5EDF5}" srcOrd="8" destOrd="0" presId="urn:microsoft.com/office/officeart/2005/8/layout/process5"/>
    <dgm:cxn modelId="{1027F6DC-0DB3-45FA-A4AF-9F230FA8217D}" type="presParOf" srcId="{5C8D3155-8BA9-4788-B446-829B615DC053}" destId="{FB6CFCD8-F777-494C-BACF-58801C3DC032}" srcOrd="9" destOrd="0" presId="urn:microsoft.com/office/officeart/2005/8/layout/process5"/>
    <dgm:cxn modelId="{5B76D948-87F3-4111-B4DD-EEDE812A9B0E}" type="presParOf" srcId="{FB6CFCD8-F777-494C-BACF-58801C3DC032}" destId="{7A61584E-4008-4A6E-B4D5-2BE574FFE304}" srcOrd="0" destOrd="0" presId="urn:microsoft.com/office/officeart/2005/8/layout/process5"/>
    <dgm:cxn modelId="{4491E570-49E5-4660-B528-EA768DE21C2C}" type="presParOf" srcId="{5C8D3155-8BA9-4788-B446-829B615DC053}" destId="{6D1D4CC3-D901-4172-8E7D-49E61362D255}" srcOrd="10" destOrd="0" presId="urn:microsoft.com/office/officeart/2005/8/layout/process5"/>
    <dgm:cxn modelId="{317392C8-7313-4601-A3C3-F2435E4B43F7}" type="presParOf" srcId="{5C8D3155-8BA9-4788-B446-829B615DC053}" destId="{D0705266-2C1A-4B69-B093-5AD845AB1241}" srcOrd="11" destOrd="0" presId="urn:microsoft.com/office/officeart/2005/8/layout/process5"/>
    <dgm:cxn modelId="{780BA6EC-67B4-468E-ACC2-EB1F9C75F19D}" type="presParOf" srcId="{D0705266-2C1A-4B69-B093-5AD845AB1241}" destId="{F07694F0-C0BA-403A-9C71-B37F4E5F0158}" srcOrd="0" destOrd="0" presId="urn:microsoft.com/office/officeart/2005/8/layout/process5"/>
    <dgm:cxn modelId="{7CC54B18-BAD9-4689-9088-A99B7E3F0C20}" type="presParOf" srcId="{5C8D3155-8BA9-4788-B446-829B615DC053}" destId="{104DCCE2-E564-4B40-BEC8-08FF768A6737}" srcOrd="12" destOrd="0" presId="urn:microsoft.com/office/officeart/2005/8/layout/process5"/>
    <dgm:cxn modelId="{D8858D81-544A-490F-88AD-90B069D6BB0D}" type="presParOf" srcId="{5C8D3155-8BA9-4788-B446-829B615DC053}" destId="{855A0485-33C5-4759-8F53-8DDCDCA053E6}" srcOrd="13" destOrd="0" presId="urn:microsoft.com/office/officeart/2005/8/layout/process5"/>
    <dgm:cxn modelId="{03BBCFE3-A125-4A96-8FF9-E14AE294A6DA}" type="presParOf" srcId="{855A0485-33C5-4759-8F53-8DDCDCA053E6}" destId="{ABEA6881-780B-41B7-89C9-0FF0093762EA}" srcOrd="0" destOrd="0" presId="urn:microsoft.com/office/officeart/2005/8/layout/process5"/>
    <dgm:cxn modelId="{9E322927-18B9-47FA-8363-67DEC7DBF6B8}" type="presParOf" srcId="{5C8D3155-8BA9-4788-B446-829B615DC053}" destId="{7628B6B1-906B-48C5-BB7E-7C5B4B3276A4}" srcOrd="14" destOrd="0" presId="urn:microsoft.com/office/officeart/2005/8/layout/process5"/>
    <dgm:cxn modelId="{1BAE0DA8-ED01-4FB5-B24C-B05F18F0AF99}" type="presParOf" srcId="{5C8D3155-8BA9-4788-B446-829B615DC053}" destId="{32355560-19A6-4E4C-93D6-06D94E2CA3E6}" srcOrd="15" destOrd="0" presId="urn:microsoft.com/office/officeart/2005/8/layout/process5"/>
    <dgm:cxn modelId="{A9832153-7AF6-4406-8C55-8B9D763EE282}" type="presParOf" srcId="{32355560-19A6-4E4C-93D6-06D94E2CA3E6}" destId="{BB6F2690-EDEF-4A3B-BF0C-452EFA788D00}" srcOrd="0" destOrd="0" presId="urn:microsoft.com/office/officeart/2005/8/layout/process5"/>
    <dgm:cxn modelId="{6BD427DE-A18F-462B-9447-79AA7CF33FF4}" type="presParOf" srcId="{5C8D3155-8BA9-4788-B446-829B615DC053}" destId="{1D8D81C3-0A28-4EEE-A072-9081D075743E}" srcOrd="1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3A14C3-4FBC-41E4-A002-AD9D49C0B12B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1D86B4-D3B1-431E-98D4-0B2FBBCA13B1}">
      <dgm:prSet phldrT="[Text]"/>
      <dgm:spPr/>
      <dgm:t>
        <a:bodyPr/>
        <a:lstStyle/>
        <a:p>
          <a:pPr>
            <a:buNone/>
          </a:pPr>
          <a:r>
            <a:rPr lang="en-US" b="0" i="0" u="none" dirty="0"/>
            <a:t>Family was using an unsafe pot</a:t>
          </a:r>
          <a:endParaRPr lang="en-US" dirty="0"/>
        </a:p>
      </dgm:t>
    </dgm:pt>
    <dgm:pt modelId="{2049C083-33B5-4933-A3EB-EDFF001BC9BE}" type="parTrans" cxnId="{9D4B224D-8EF1-494F-AAF3-3CD16CF19576}">
      <dgm:prSet/>
      <dgm:spPr/>
      <dgm:t>
        <a:bodyPr/>
        <a:lstStyle/>
        <a:p>
          <a:endParaRPr lang="en-US"/>
        </a:p>
      </dgm:t>
    </dgm:pt>
    <dgm:pt modelId="{496A3DF2-F884-47B2-A7EC-49EBF7777D17}" type="sibTrans" cxnId="{9D4B224D-8EF1-494F-AAF3-3CD16CF19576}">
      <dgm:prSet/>
      <dgm:spPr/>
      <dgm:t>
        <a:bodyPr/>
        <a:lstStyle/>
        <a:p>
          <a:endParaRPr lang="en-US"/>
        </a:p>
      </dgm:t>
    </dgm:pt>
    <dgm:pt modelId="{97B9EADD-B8AE-4819-86EB-5E3D01FE9DCF}">
      <dgm:prSet/>
      <dgm:spPr/>
      <dgm:t>
        <a:bodyPr/>
        <a:lstStyle/>
        <a:p>
          <a:pPr>
            <a:buNone/>
          </a:pPr>
          <a:r>
            <a:rPr lang="en-US" b="0" i="0" u="none"/>
            <a:t>Attend ANC</a:t>
          </a:r>
          <a:endParaRPr lang="en-US" b="0"/>
        </a:p>
      </dgm:t>
    </dgm:pt>
    <dgm:pt modelId="{B992873E-90BF-4E7B-8CA4-4CE253BCCE0F}" type="parTrans" cxnId="{E7E656B8-91DF-41A9-8AB9-940716FB0DDD}">
      <dgm:prSet/>
      <dgm:spPr/>
      <dgm:t>
        <a:bodyPr/>
        <a:lstStyle/>
        <a:p>
          <a:endParaRPr lang="en-US"/>
        </a:p>
      </dgm:t>
    </dgm:pt>
    <dgm:pt modelId="{C05E652C-C6B0-4179-AD0B-F4DE59F57D8C}" type="sibTrans" cxnId="{E7E656B8-91DF-41A9-8AB9-940716FB0DDD}">
      <dgm:prSet/>
      <dgm:spPr/>
      <dgm:t>
        <a:bodyPr/>
        <a:lstStyle/>
        <a:p>
          <a:endParaRPr lang="en-US"/>
        </a:p>
      </dgm:t>
    </dgm:pt>
    <dgm:pt modelId="{FDAEEB77-B75F-4097-A835-E989AD2C1120}">
      <dgm:prSet/>
      <dgm:spPr/>
      <dgm:t>
        <a:bodyPr/>
        <a:lstStyle/>
        <a:p>
          <a:pPr>
            <a:buNone/>
          </a:pPr>
          <a:r>
            <a:rPr lang="en-US" b="0" i="0" u="none"/>
            <a:t>Health center has voucher for pot and gives intervention</a:t>
          </a:r>
          <a:endParaRPr lang="en-US" b="0"/>
        </a:p>
      </dgm:t>
    </dgm:pt>
    <dgm:pt modelId="{22C827A4-0CE2-47E3-8A72-9886059DB4DB}" type="parTrans" cxnId="{402496F1-BCB9-46DB-92D6-C9215394C5D9}">
      <dgm:prSet/>
      <dgm:spPr/>
      <dgm:t>
        <a:bodyPr/>
        <a:lstStyle/>
        <a:p>
          <a:endParaRPr lang="en-US"/>
        </a:p>
      </dgm:t>
    </dgm:pt>
    <dgm:pt modelId="{BBF0148E-6732-4479-8658-7561A88B0FE2}" type="sibTrans" cxnId="{402496F1-BCB9-46DB-92D6-C9215394C5D9}">
      <dgm:prSet/>
      <dgm:spPr/>
      <dgm:t>
        <a:bodyPr/>
        <a:lstStyle/>
        <a:p>
          <a:endParaRPr lang="en-US"/>
        </a:p>
      </dgm:t>
    </dgm:pt>
    <dgm:pt modelId="{C8EB1A9D-7FEC-4063-B2E8-9B3E763E71CB}">
      <dgm:prSet/>
      <dgm:spPr/>
      <dgm:t>
        <a:bodyPr/>
        <a:lstStyle/>
        <a:p>
          <a:pPr>
            <a:buNone/>
          </a:pPr>
          <a:r>
            <a:rPr lang="en-US" b="0" i="0" u="none"/>
            <a:t>Caregiver finds store with pot in stock</a:t>
          </a:r>
          <a:endParaRPr lang="en-US" b="0"/>
        </a:p>
      </dgm:t>
    </dgm:pt>
    <dgm:pt modelId="{3380C676-40BD-40DB-B37A-626953B40CFF}" type="parTrans" cxnId="{A5E84FB0-8C54-4F9E-8B42-82F1E5E03037}">
      <dgm:prSet/>
      <dgm:spPr/>
      <dgm:t>
        <a:bodyPr/>
        <a:lstStyle/>
        <a:p>
          <a:endParaRPr lang="en-US"/>
        </a:p>
      </dgm:t>
    </dgm:pt>
    <dgm:pt modelId="{8C8DB6DB-4B21-44AB-BD61-0D07C05154D2}" type="sibTrans" cxnId="{A5E84FB0-8C54-4F9E-8B42-82F1E5E03037}">
      <dgm:prSet/>
      <dgm:spPr/>
      <dgm:t>
        <a:bodyPr/>
        <a:lstStyle/>
        <a:p>
          <a:endParaRPr lang="en-US"/>
        </a:p>
      </dgm:t>
    </dgm:pt>
    <dgm:pt modelId="{CB29EF83-607A-400B-8289-354686E335B6}">
      <dgm:prSet/>
      <dgm:spPr/>
      <dgm:t>
        <a:bodyPr/>
        <a:lstStyle/>
        <a:p>
          <a:pPr>
            <a:buNone/>
          </a:pPr>
          <a:r>
            <a:rPr lang="en-US" b="0" i="0" u="none"/>
            <a:t>Caregiver redeems voucher</a:t>
          </a:r>
          <a:endParaRPr lang="en-US" b="0"/>
        </a:p>
      </dgm:t>
    </dgm:pt>
    <dgm:pt modelId="{0E0A29C9-17CE-45DD-A510-5A087B95C144}" type="parTrans" cxnId="{AB79FD5C-5AC8-4054-BEC3-BB55E596DCDC}">
      <dgm:prSet/>
      <dgm:spPr/>
      <dgm:t>
        <a:bodyPr/>
        <a:lstStyle/>
        <a:p>
          <a:endParaRPr lang="en-US"/>
        </a:p>
      </dgm:t>
    </dgm:pt>
    <dgm:pt modelId="{83CE7FF7-D80A-4A50-A50B-284BD4572610}" type="sibTrans" cxnId="{AB79FD5C-5AC8-4054-BEC3-BB55E596DCDC}">
      <dgm:prSet/>
      <dgm:spPr/>
      <dgm:t>
        <a:bodyPr/>
        <a:lstStyle/>
        <a:p>
          <a:endParaRPr lang="en-US"/>
        </a:p>
      </dgm:t>
    </dgm:pt>
    <dgm:pt modelId="{C99581EC-0A9A-428C-9D27-CF12C58F6373}">
      <dgm:prSet/>
      <dgm:spPr/>
    </dgm:pt>
    <dgm:pt modelId="{092E1668-020C-4E01-847E-9370D47285F3}" type="parTrans" cxnId="{B5439050-0DDF-48DF-94C5-E69624664B47}">
      <dgm:prSet/>
      <dgm:spPr/>
      <dgm:t>
        <a:bodyPr/>
        <a:lstStyle/>
        <a:p>
          <a:endParaRPr lang="en-US"/>
        </a:p>
      </dgm:t>
    </dgm:pt>
    <dgm:pt modelId="{9534D56D-B73C-430D-83B6-FB912A707AB1}" type="sibTrans" cxnId="{B5439050-0DDF-48DF-94C5-E69624664B47}">
      <dgm:prSet/>
      <dgm:spPr/>
      <dgm:t>
        <a:bodyPr/>
        <a:lstStyle/>
        <a:p>
          <a:endParaRPr lang="en-US"/>
        </a:p>
      </dgm:t>
    </dgm:pt>
    <dgm:pt modelId="{3A8EC372-55C9-469E-8E32-C8D568E05B22}">
      <dgm:prSet/>
      <dgm:spPr/>
    </dgm:pt>
    <dgm:pt modelId="{D6F8CAAF-E180-4F7E-823F-2788EC5BDB91}" type="parTrans" cxnId="{35DD4272-8F10-495B-8405-3A676767BACF}">
      <dgm:prSet/>
      <dgm:spPr/>
      <dgm:t>
        <a:bodyPr/>
        <a:lstStyle/>
        <a:p>
          <a:endParaRPr lang="en-US"/>
        </a:p>
      </dgm:t>
    </dgm:pt>
    <dgm:pt modelId="{1F7BB3A8-DD9D-41AE-98FC-DC1E9D9B297E}" type="sibTrans" cxnId="{35DD4272-8F10-495B-8405-3A676767BACF}">
      <dgm:prSet/>
      <dgm:spPr/>
      <dgm:t>
        <a:bodyPr/>
        <a:lstStyle/>
        <a:p>
          <a:endParaRPr lang="en-US"/>
        </a:p>
      </dgm:t>
    </dgm:pt>
    <dgm:pt modelId="{6586B840-0126-4279-A9F8-8821F4B15404}">
      <dgm:prSet/>
      <dgm:spPr/>
    </dgm:pt>
    <dgm:pt modelId="{96B8095B-9A8D-4D36-A08A-A0254C838A09}" type="parTrans" cxnId="{893A9EC6-444C-432F-AA67-35187C55D3D4}">
      <dgm:prSet/>
      <dgm:spPr/>
      <dgm:t>
        <a:bodyPr/>
        <a:lstStyle/>
        <a:p>
          <a:endParaRPr lang="en-US"/>
        </a:p>
      </dgm:t>
    </dgm:pt>
    <dgm:pt modelId="{FCD6CC40-07D5-4002-9459-BCB7EB7CEB16}" type="sibTrans" cxnId="{893A9EC6-444C-432F-AA67-35187C55D3D4}">
      <dgm:prSet/>
      <dgm:spPr/>
      <dgm:t>
        <a:bodyPr/>
        <a:lstStyle/>
        <a:p>
          <a:endParaRPr lang="en-US"/>
        </a:p>
      </dgm:t>
    </dgm:pt>
    <dgm:pt modelId="{FBE22C7E-71B2-49C7-BA63-4F2C5FD78949}">
      <dgm:prSet/>
      <dgm:spPr/>
    </dgm:pt>
    <dgm:pt modelId="{83A695C0-98A1-4C4E-A100-07D303A7854E}" type="parTrans" cxnId="{E51BB613-D992-410E-A584-32BB7A963955}">
      <dgm:prSet/>
      <dgm:spPr/>
      <dgm:t>
        <a:bodyPr/>
        <a:lstStyle/>
        <a:p>
          <a:endParaRPr lang="en-US"/>
        </a:p>
      </dgm:t>
    </dgm:pt>
    <dgm:pt modelId="{ECBDA7B6-AE19-4236-AF53-C6B449921EE1}" type="sibTrans" cxnId="{E51BB613-D992-410E-A584-32BB7A963955}">
      <dgm:prSet/>
      <dgm:spPr/>
      <dgm:t>
        <a:bodyPr/>
        <a:lstStyle/>
        <a:p>
          <a:endParaRPr lang="en-US"/>
        </a:p>
      </dgm:t>
    </dgm:pt>
    <dgm:pt modelId="{7A3EE768-F7C0-42E8-874B-83D5BE2FEA1F}">
      <dgm:prSet/>
      <dgm:spPr/>
    </dgm:pt>
    <dgm:pt modelId="{A87B4E14-F1D7-4759-AD78-9676253570F8}" type="parTrans" cxnId="{5F676A18-C1DC-491D-B2BD-BD2468EB08A5}">
      <dgm:prSet/>
      <dgm:spPr/>
      <dgm:t>
        <a:bodyPr/>
        <a:lstStyle/>
        <a:p>
          <a:endParaRPr lang="en-US"/>
        </a:p>
      </dgm:t>
    </dgm:pt>
    <dgm:pt modelId="{39EEBF40-8BCB-4F8E-A36B-5DB42FF023E0}" type="sibTrans" cxnId="{5F676A18-C1DC-491D-B2BD-BD2468EB08A5}">
      <dgm:prSet/>
      <dgm:spPr/>
      <dgm:t>
        <a:bodyPr/>
        <a:lstStyle/>
        <a:p>
          <a:endParaRPr lang="en-US"/>
        </a:p>
      </dgm:t>
    </dgm:pt>
    <dgm:pt modelId="{A4CC18F2-BE08-467D-B347-E612FC3C4B4A}" type="pres">
      <dgm:prSet presAssocID="{EC3A14C3-4FBC-41E4-A002-AD9D49C0B12B}" presName="outerComposite" presStyleCnt="0">
        <dgm:presLayoutVars>
          <dgm:chMax val="5"/>
          <dgm:dir/>
          <dgm:resizeHandles val="exact"/>
        </dgm:presLayoutVars>
      </dgm:prSet>
      <dgm:spPr/>
    </dgm:pt>
    <dgm:pt modelId="{BCE49381-0A16-4525-9014-CE92F13693D0}" type="pres">
      <dgm:prSet presAssocID="{EC3A14C3-4FBC-41E4-A002-AD9D49C0B12B}" presName="dummyMaxCanvas" presStyleCnt="0">
        <dgm:presLayoutVars/>
      </dgm:prSet>
      <dgm:spPr/>
    </dgm:pt>
    <dgm:pt modelId="{B82666DE-6792-48AE-9A7B-F4FC87B22B6E}" type="pres">
      <dgm:prSet presAssocID="{EC3A14C3-4FBC-41E4-A002-AD9D49C0B12B}" presName="FiveNodes_1" presStyleLbl="node1" presStyleIdx="0" presStyleCnt="5">
        <dgm:presLayoutVars>
          <dgm:bulletEnabled val="1"/>
        </dgm:presLayoutVars>
      </dgm:prSet>
      <dgm:spPr/>
    </dgm:pt>
    <dgm:pt modelId="{6B3DC3AB-A188-46E9-9D65-0598915FC05D}" type="pres">
      <dgm:prSet presAssocID="{EC3A14C3-4FBC-41E4-A002-AD9D49C0B12B}" presName="FiveNodes_2" presStyleLbl="node1" presStyleIdx="1" presStyleCnt="5">
        <dgm:presLayoutVars>
          <dgm:bulletEnabled val="1"/>
        </dgm:presLayoutVars>
      </dgm:prSet>
      <dgm:spPr/>
    </dgm:pt>
    <dgm:pt modelId="{F56E30FE-178F-4152-91C1-E224EF18BFD3}" type="pres">
      <dgm:prSet presAssocID="{EC3A14C3-4FBC-41E4-A002-AD9D49C0B12B}" presName="FiveNodes_3" presStyleLbl="node1" presStyleIdx="2" presStyleCnt="5">
        <dgm:presLayoutVars>
          <dgm:bulletEnabled val="1"/>
        </dgm:presLayoutVars>
      </dgm:prSet>
      <dgm:spPr/>
    </dgm:pt>
    <dgm:pt modelId="{3BDCB55E-82F9-4128-B5D0-C33BF7CB1D7A}" type="pres">
      <dgm:prSet presAssocID="{EC3A14C3-4FBC-41E4-A002-AD9D49C0B12B}" presName="FiveNodes_4" presStyleLbl="node1" presStyleIdx="3" presStyleCnt="5">
        <dgm:presLayoutVars>
          <dgm:bulletEnabled val="1"/>
        </dgm:presLayoutVars>
      </dgm:prSet>
      <dgm:spPr/>
    </dgm:pt>
    <dgm:pt modelId="{FDBF0A2B-AFA8-46C6-9B4B-F089E0EE177C}" type="pres">
      <dgm:prSet presAssocID="{EC3A14C3-4FBC-41E4-A002-AD9D49C0B12B}" presName="FiveNodes_5" presStyleLbl="node1" presStyleIdx="4" presStyleCnt="5">
        <dgm:presLayoutVars>
          <dgm:bulletEnabled val="1"/>
        </dgm:presLayoutVars>
      </dgm:prSet>
      <dgm:spPr/>
    </dgm:pt>
    <dgm:pt modelId="{1879F41B-044A-4DE8-B90C-776EA897BE55}" type="pres">
      <dgm:prSet presAssocID="{EC3A14C3-4FBC-41E4-A002-AD9D49C0B12B}" presName="FiveConn_1-2" presStyleLbl="fgAccFollowNode1" presStyleIdx="0" presStyleCnt="4">
        <dgm:presLayoutVars>
          <dgm:bulletEnabled val="1"/>
        </dgm:presLayoutVars>
      </dgm:prSet>
      <dgm:spPr/>
    </dgm:pt>
    <dgm:pt modelId="{87152EB7-97DD-45B4-8687-219BECCB33E5}" type="pres">
      <dgm:prSet presAssocID="{EC3A14C3-4FBC-41E4-A002-AD9D49C0B12B}" presName="FiveConn_2-3" presStyleLbl="fgAccFollowNode1" presStyleIdx="1" presStyleCnt="4">
        <dgm:presLayoutVars>
          <dgm:bulletEnabled val="1"/>
        </dgm:presLayoutVars>
      </dgm:prSet>
      <dgm:spPr/>
    </dgm:pt>
    <dgm:pt modelId="{EB14A53A-2CEA-4E1A-A7E8-D4F2978AB535}" type="pres">
      <dgm:prSet presAssocID="{EC3A14C3-4FBC-41E4-A002-AD9D49C0B12B}" presName="FiveConn_3-4" presStyleLbl="fgAccFollowNode1" presStyleIdx="2" presStyleCnt="4">
        <dgm:presLayoutVars>
          <dgm:bulletEnabled val="1"/>
        </dgm:presLayoutVars>
      </dgm:prSet>
      <dgm:spPr/>
    </dgm:pt>
    <dgm:pt modelId="{56615F05-2A99-4592-964F-439F6E08C701}" type="pres">
      <dgm:prSet presAssocID="{EC3A14C3-4FBC-41E4-A002-AD9D49C0B12B}" presName="FiveConn_4-5" presStyleLbl="fgAccFollowNode1" presStyleIdx="3" presStyleCnt="4">
        <dgm:presLayoutVars>
          <dgm:bulletEnabled val="1"/>
        </dgm:presLayoutVars>
      </dgm:prSet>
      <dgm:spPr/>
    </dgm:pt>
    <dgm:pt modelId="{F312FA17-2B80-4FE3-B808-A293606CB2A0}" type="pres">
      <dgm:prSet presAssocID="{EC3A14C3-4FBC-41E4-A002-AD9D49C0B12B}" presName="FiveNodes_1_text" presStyleLbl="node1" presStyleIdx="4" presStyleCnt="5">
        <dgm:presLayoutVars>
          <dgm:bulletEnabled val="1"/>
        </dgm:presLayoutVars>
      </dgm:prSet>
      <dgm:spPr/>
    </dgm:pt>
    <dgm:pt modelId="{89B2661D-01B2-498A-BD20-208D52A1FB2F}" type="pres">
      <dgm:prSet presAssocID="{EC3A14C3-4FBC-41E4-A002-AD9D49C0B12B}" presName="FiveNodes_2_text" presStyleLbl="node1" presStyleIdx="4" presStyleCnt="5">
        <dgm:presLayoutVars>
          <dgm:bulletEnabled val="1"/>
        </dgm:presLayoutVars>
      </dgm:prSet>
      <dgm:spPr/>
    </dgm:pt>
    <dgm:pt modelId="{989163F1-B112-48AA-9CD1-723B996DB72F}" type="pres">
      <dgm:prSet presAssocID="{EC3A14C3-4FBC-41E4-A002-AD9D49C0B12B}" presName="FiveNodes_3_text" presStyleLbl="node1" presStyleIdx="4" presStyleCnt="5">
        <dgm:presLayoutVars>
          <dgm:bulletEnabled val="1"/>
        </dgm:presLayoutVars>
      </dgm:prSet>
      <dgm:spPr/>
    </dgm:pt>
    <dgm:pt modelId="{4FA3A101-F122-4F23-A795-078BCCAB30DD}" type="pres">
      <dgm:prSet presAssocID="{EC3A14C3-4FBC-41E4-A002-AD9D49C0B12B}" presName="FiveNodes_4_text" presStyleLbl="node1" presStyleIdx="4" presStyleCnt="5">
        <dgm:presLayoutVars>
          <dgm:bulletEnabled val="1"/>
        </dgm:presLayoutVars>
      </dgm:prSet>
      <dgm:spPr/>
    </dgm:pt>
    <dgm:pt modelId="{37C0BE84-D639-4A02-989D-6CA53CC1528F}" type="pres">
      <dgm:prSet presAssocID="{EC3A14C3-4FBC-41E4-A002-AD9D49C0B12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51BB613-D992-410E-A584-32BB7A963955}" srcId="{EC3A14C3-4FBC-41E4-A002-AD9D49C0B12B}" destId="{FBE22C7E-71B2-49C7-BA63-4F2C5FD78949}" srcOrd="8" destOrd="0" parTransId="{83A695C0-98A1-4C4E-A100-07D303A7854E}" sibTransId="{ECBDA7B6-AE19-4236-AF53-C6B449921EE1}"/>
    <dgm:cxn modelId="{5F676A18-C1DC-491D-B2BD-BD2468EB08A5}" srcId="{EC3A14C3-4FBC-41E4-A002-AD9D49C0B12B}" destId="{7A3EE768-F7C0-42E8-874B-83D5BE2FEA1F}" srcOrd="9" destOrd="0" parTransId="{A87B4E14-F1D7-4759-AD78-9676253570F8}" sibTransId="{39EEBF40-8BCB-4F8E-A36B-5DB42FF023E0}"/>
    <dgm:cxn modelId="{7900822C-B7F0-4139-A8A3-6F68433EBBCA}" type="presOf" srcId="{CB29EF83-607A-400B-8289-354686E335B6}" destId="{FDBF0A2B-AFA8-46C6-9B4B-F089E0EE177C}" srcOrd="0" destOrd="0" presId="urn:microsoft.com/office/officeart/2005/8/layout/vProcess5"/>
    <dgm:cxn modelId="{AB79FD5C-5AC8-4054-BEC3-BB55E596DCDC}" srcId="{EC3A14C3-4FBC-41E4-A002-AD9D49C0B12B}" destId="{CB29EF83-607A-400B-8289-354686E335B6}" srcOrd="4" destOrd="0" parTransId="{0E0A29C9-17CE-45DD-A510-5A087B95C144}" sibTransId="{83CE7FF7-D80A-4A50-A50B-284BD4572610}"/>
    <dgm:cxn modelId="{0BA4C360-3182-4492-99F3-90BF9A5192DC}" type="presOf" srcId="{FDAEEB77-B75F-4097-A835-E989AD2C1120}" destId="{F56E30FE-178F-4152-91C1-E224EF18BFD3}" srcOrd="0" destOrd="0" presId="urn:microsoft.com/office/officeart/2005/8/layout/vProcess5"/>
    <dgm:cxn modelId="{BD95EE41-CFBA-4E99-9EB0-D4191C949C81}" type="presOf" srcId="{8C8DB6DB-4B21-44AB-BD61-0D07C05154D2}" destId="{56615F05-2A99-4592-964F-439F6E08C701}" srcOrd="0" destOrd="0" presId="urn:microsoft.com/office/officeart/2005/8/layout/vProcess5"/>
    <dgm:cxn modelId="{9D4B224D-8EF1-494F-AAF3-3CD16CF19576}" srcId="{EC3A14C3-4FBC-41E4-A002-AD9D49C0B12B}" destId="{7C1D86B4-D3B1-431E-98D4-0B2FBBCA13B1}" srcOrd="0" destOrd="0" parTransId="{2049C083-33B5-4933-A3EB-EDFF001BC9BE}" sibTransId="{496A3DF2-F884-47B2-A7EC-49EBF7777D17}"/>
    <dgm:cxn modelId="{B5439050-0DDF-48DF-94C5-E69624664B47}" srcId="{EC3A14C3-4FBC-41E4-A002-AD9D49C0B12B}" destId="{C99581EC-0A9A-428C-9D27-CF12C58F6373}" srcOrd="5" destOrd="0" parTransId="{092E1668-020C-4E01-847E-9370D47285F3}" sibTransId="{9534D56D-B73C-430D-83B6-FB912A707AB1}"/>
    <dgm:cxn modelId="{C472AE50-4354-4735-9DC1-959D4DC9E912}" type="presOf" srcId="{496A3DF2-F884-47B2-A7EC-49EBF7777D17}" destId="{1879F41B-044A-4DE8-B90C-776EA897BE55}" srcOrd="0" destOrd="0" presId="urn:microsoft.com/office/officeart/2005/8/layout/vProcess5"/>
    <dgm:cxn modelId="{35DD4272-8F10-495B-8405-3A676767BACF}" srcId="{EC3A14C3-4FBC-41E4-A002-AD9D49C0B12B}" destId="{3A8EC372-55C9-469E-8E32-C8D568E05B22}" srcOrd="6" destOrd="0" parTransId="{D6F8CAAF-E180-4F7E-823F-2788EC5BDB91}" sibTransId="{1F7BB3A8-DD9D-41AE-98FC-DC1E9D9B297E}"/>
    <dgm:cxn modelId="{2855A253-D09F-4C9E-8ADD-86C0118395BC}" type="presOf" srcId="{FDAEEB77-B75F-4097-A835-E989AD2C1120}" destId="{989163F1-B112-48AA-9CD1-723B996DB72F}" srcOrd="1" destOrd="0" presId="urn:microsoft.com/office/officeart/2005/8/layout/vProcess5"/>
    <dgm:cxn modelId="{D14A0C85-26DD-47C5-AF9A-DDEE87465E41}" type="presOf" srcId="{7C1D86B4-D3B1-431E-98D4-0B2FBBCA13B1}" destId="{F312FA17-2B80-4FE3-B808-A293606CB2A0}" srcOrd="1" destOrd="0" presId="urn:microsoft.com/office/officeart/2005/8/layout/vProcess5"/>
    <dgm:cxn modelId="{6C77C687-8686-4244-85DC-BDC43F4FCFB5}" type="presOf" srcId="{97B9EADD-B8AE-4819-86EB-5E3D01FE9DCF}" destId="{89B2661D-01B2-498A-BD20-208D52A1FB2F}" srcOrd="1" destOrd="0" presId="urn:microsoft.com/office/officeart/2005/8/layout/vProcess5"/>
    <dgm:cxn modelId="{78C1D594-970A-44D8-90D7-EB8B855F2A83}" type="presOf" srcId="{C8EB1A9D-7FEC-4063-B2E8-9B3E763E71CB}" destId="{3BDCB55E-82F9-4128-B5D0-C33BF7CB1D7A}" srcOrd="0" destOrd="0" presId="urn:microsoft.com/office/officeart/2005/8/layout/vProcess5"/>
    <dgm:cxn modelId="{A5E84FB0-8C54-4F9E-8B42-82F1E5E03037}" srcId="{EC3A14C3-4FBC-41E4-A002-AD9D49C0B12B}" destId="{C8EB1A9D-7FEC-4063-B2E8-9B3E763E71CB}" srcOrd="3" destOrd="0" parTransId="{3380C676-40BD-40DB-B37A-626953B40CFF}" sibTransId="{8C8DB6DB-4B21-44AB-BD61-0D07C05154D2}"/>
    <dgm:cxn modelId="{47F789B4-07FC-4977-B6E4-94DD8BD32006}" type="presOf" srcId="{C05E652C-C6B0-4179-AD0B-F4DE59F57D8C}" destId="{87152EB7-97DD-45B4-8687-219BECCB33E5}" srcOrd="0" destOrd="0" presId="urn:microsoft.com/office/officeart/2005/8/layout/vProcess5"/>
    <dgm:cxn modelId="{B0982AB5-F1BE-4BEA-BF9F-FD0AEE0BA5FE}" type="presOf" srcId="{C8EB1A9D-7FEC-4063-B2E8-9B3E763E71CB}" destId="{4FA3A101-F122-4F23-A795-078BCCAB30DD}" srcOrd="1" destOrd="0" presId="urn:microsoft.com/office/officeart/2005/8/layout/vProcess5"/>
    <dgm:cxn modelId="{E7E656B8-91DF-41A9-8AB9-940716FB0DDD}" srcId="{EC3A14C3-4FBC-41E4-A002-AD9D49C0B12B}" destId="{97B9EADD-B8AE-4819-86EB-5E3D01FE9DCF}" srcOrd="1" destOrd="0" parTransId="{B992873E-90BF-4E7B-8CA4-4CE253BCCE0F}" sibTransId="{C05E652C-C6B0-4179-AD0B-F4DE59F57D8C}"/>
    <dgm:cxn modelId="{57D2D9BC-402C-41CB-B45E-15FCD8AFC684}" type="presOf" srcId="{7C1D86B4-D3B1-431E-98D4-0B2FBBCA13B1}" destId="{B82666DE-6792-48AE-9A7B-F4FC87B22B6E}" srcOrd="0" destOrd="0" presId="urn:microsoft.com/office/officeart/2005/8/layout/vProcess5"/>
    <dgm:cxn modelId="{221AD9C4-6164-4C6C-A921-B82ECBF2CEBA}" type="presOf" srcId="{97B9EADD-B8AE-4819-86EB-5E3D01FE9DCF}" destId="{6B3DC3AB-A188-46E9-9D65-0598915FC05D}" srcOrd="0" destOrd="0" presId="urn:microsoft.com/office/officeart/2005/8/layout/vProcess5"/>
    <dgm:cxn modelId="{893A9EC6-444C-432F-AA67-35187C55D3D4}" srcId="{EC3A14C3-4FBC-41E4-A002-AD9D49C0B12B}" destId="{6586B840-0126-4279-A9F8-8821F4B15404}" srcOrd="7" destOrd="0" parTransId="{96B8095B-9A8D-4D36-A08A-A0254C838A09}" sibTransId="{FCD6CC40-07D5-4002-9459-BCB7EB7CEB16}"/>
    <dgm:cxn modelId="{6CBC61E1-EF66-4924-8F60-9856F90334E7}" type="presOf" srcId="{BBF0148E-6732-4479-8658-7561A88B0FE2}" destId="{EB14A53A-2CEA-4E1A-A7E8-D4F2978AB535}" srcOrd="0" destOrd="0" presId="urn:microsoft.com/office/officeart/2005/8/layout/vProcess5"/>
    <dgm:cxn modelId="{36A88BE5-D9F3-4B7D-ACE3-9B2379C7491F}" type="presOf" srcId="{CB29EF83-607A-400B-8289-354686E335B6}" destId="{37C0BE84-D639-4A02-989D-6CA53CC1528F}" srcOrd="1" destOrd="0" presId="urn:microsoft.com/office/officeart/2005/8/layout/vProcess5"/>
    <dgm:cxn modelId="{402496F1-BCB9-46DB-92D6-C9215394C5D9}" srcId="{EC3A14C3-4FBC-41E4-A002-AD9D49C0B12B}" destId="{FDAEEB77-B75F-4097-A835-E989AD2C1120}" srcOrd="2" destOrd="0" parTransId="{22C827A4-0CE2-47E3-8A72-9886059DB4DB}" sibTransId="{BBF0148E-6732-4479-8658-7561A88B0FE2}"/>
    <dgm:cxn modelId="{7A263EFC-F89D-4049-B0E4-CB33A02E4DBA}" type="presOf" srcId="{EC3A14C3-4FBC-41E4-A002-AD9D49C0B12B}" destId="{A4CC18F2-BE08-467D-B347-E612FC3C4B4A}" srcOrd="0" destOrd="0" presId="urn:microsoft.com/office/officeart/2005/8/layout/vProcess5"/>
    <dgm:cxn modelId="{B06034E4-9BFC-456B-828D-F77C962CC653}" type="presParOf" srcId="{A4CC18F2-BE08-467D-B347-E612FC3C4B4A}" destId="{BCE49381-0A16-4525-9014-CE92F13693D0}" srcOrd="0" destOrd="0" presId="urn:microsoft.com/office/officeart/2005/8/layout/vProcess5"/>
    <dgm:cxn modelId="{CD13D31A-8E65-432A-8729-DDA89F70CAF9}" type="presParOf" srcId="{A4CC18F2-BE08-467D-B347-E612FC3C4B4A}" destId="{B82666DE-6792-48AE-9A7B-F4FC87B22B6E}" srcOrd="1" destOrd="0" presId="urn:microsoft.com/office/officeart/2005/8/layout/vProcess5"/>
    <dgm:cxn modelId="{10BA907B-F464-4E46-A1AB-D268495A39D5}" type="presParOf" srcId="{A4CC18F2-BE08-467D-B347-E612FC3C4B4A}" destId="{6B3DC3AB-A188-46E9-9D65-0598915FC05D}" srcOrd="2" destOrd="0" presId="urn:microsoft.com/office/officeart/2005/8/layout/vProcess5"/>
    <dgm:cxn modelId="{765F595B-2309-46BA-A3E8-40507FDFB89B}" type="presParOf" srcId="{A4CC18F2-BE08-467D-B347-E612FC3C4B4A}" destId="{F56E30FE-178F-4152-91C1-E224EF18BFD3}" srcOrd="3" destOrd="0" presId="urn:microsoft.com/office/officeart/2005/8/layout/vProcess5"/>
    <dgm:cxn modelId="{CDF1C1F7-FB77-4C8C-BBE2-D130060E1825}" type="presParOf" srcId="{A4CC18F2-BE08-467D-B347-E612FC3C4B4A}" destId="{3BDCB55E-82F9-4128-B5D0-C33BF7CB1D7A}" srcOrd="4" destOrd="0" presId="urn:microsoft.com/office/officeart/2005/8/layout/vProcess5"/>
    <dgm:cxn modelId="{D54367F4-EC5A-433B-9F8D-666B515CE518}" type="presParOf" srcId="{A4CC18F2-BE08-467D-B347-E612FC3C4B4A}" destId="{FDBF0A2B-AFA8-46C6-9B4B-F089E0EE177C}" srcOrd="5" destOrd="0" presId="urn:microsoft.com/office/officeart/2005/8/layout/vProcess5"/>
    <dgm:cxn modelId="{1A281081-2F1D-4C7D-9CB6-68C2722CBE56}" type="presParOf" srcId="{A4CC18F2-BE08-467D-B347-E612FC3C4B4A}" destId="{1879F41B-044A-4DE8-B90C-776EA897BE55}" srcOrd="6" destOrd="0" presId="urn:microsoft.com/office/officeart/2005/8/layout/vProcess5"/>
    <dgm:cxn modelId="{32C6AE97-6AD8-4069-A80A-20B4D8677C94}" type="presParOf" srcId="{A4CC18F2-BE08-467D-B347-E612FC3C4B4A}" destId="{87152EB7-97DD-45B4-8687-219BECCB33E5}" srcOrd="7" destOrd="0" presId="urn:microsoft.com/office/officeart/2005/8/layout/vProcess5"/>
    <dgm:cxn modelId="{32D998BE-CA08-47A9-840A-92A0B1F2C67E}" type="presParOf" srcId="{A4CC18F2-BE08-467D-B347-E612FC3C4B4A}" destId="{EB14A53A-2CEA-4E1A-A7E8-D4F2978AB535}" srcOrd="8" destOrd="0" presId="urn:microsoft.com/office/officeart/2005/8/layout/vProcess5"/>
    <dgm:cxn modelId="{6EC9877E-E62F-4857-AFD2-74587B2C52FF}" type="presParOf" srcId="{A4CC18F2-BE08-467D-B347-E612FC3C4B4A}" destId="{56615F05-2A99-4592-964F-439F6E08C701}" srcOrd="9" destOrd="0" presId="urn:microsoft.com/office/officeart/2005/8/layout/vProcess5"/>
    <dgm:cxn modelId="{DEE58F67-79EC-4468-8027-6799B220940D}" type="presParOf" srcId="{A4CC18F2-BE08-467D-B347-E612FC3C4B4A}" destId="{F312FA17-2B80-4FE3-B808-A293606CB2A0}" srcOrd="10" destOrd="0" presId="urn:microsoft.com/office/officeart/2005/8/layout/vProcess5"/>
    <dgm:cxn modelId="{404C2133-EBD0-4A6E-B656-3883BE3AE8D4}" type="presParOf" srcId="{A4CC18F2-BE08-467D-B347-E612FC3C4B4A}" destId="{89B2661D-01B2-498A-BD20-208D52A1FB2F}" srcOrd="11" destOrd="0" presId="urn:microsoft.com/office/officeart/2005/8/layout/vProcess5"/>
    <dgm:cxn modelId="{B387C6EF-D475-4AF3-B489-56D027AA0F6C}" type="presParOf" srcId="{A4CC18F2-BE08-467D-B347-E612FC3C4B4A}" destId="{989163F1-B112-48AA-9CD1-723B996DB72F}" srcOrd="12" destOrd="0" presId="urn:microsoft.com/office/officeart/2005/8/layout/vProcess5"/>
    <dgm:cxn modelId="{EB390041-F039-4338-8C50-1571600309C2}" type="presParOf" srcId="{A4CC18F2-BE08-467D-B347-E612FC3C4B4A}" destId="{4FA3A101-F122-4F23-A795-078BCCAB30DD}" srcOrd="13" destOrd="0" presId="urn:microsoft.com/office/officeart/2005/8/layout/vProcess5"/>
    <dgm:cxn modelId="{7C24B64F-DB8A-43BF-862C-5545B4F9DF8C}" type="presParOf" srcId="{A4CC18F2-BE08-467D-B347-E612FC3C4B4A}" destId="{37C0BE84-D639-4A02-989D-6CA53CC1528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9ABB8-8D71-4DD7-A898-728E5E3C9D27}">
      <dsp:nvSpPr>
        <dsp:cNvPr id="0" name=""/>
        <dsp:cNvSpPr/>
      </dsp:nvSpPr>
      <dsp:spPr>
        <a:xfrm>
          <a:off x="659461" y="573"/>
          <a:ext cx="1687345" cy="10124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kern="1200" dirty="0"/>
            <a:t>Family was using an unsafe pot</a:t>
          </a:r>
          <a:endParaRPr lang="en-US" sz="1200" kern="1200" dirty="0"/>
        </a:p>
      </dsp:txBody>
      <dsp:txXfrm>
        <a:off x="689113" y="30225"/>
        <a:ext cx="1628041" cy="953103"/>
      </dsp:txXfrm>
    </dsp:sp>
    <dsp:sp modelId="{0991E3D2-1E80-4CB9-94B1-CE9F8940A651}">
      <dsp:nvSpPr>
        <dsp:cNvPr id="0" name=""/>
        <dsp:cNvSpPr/>
      </dsp:nvSpPr>
      <dsp:spPr>
        <a:xfrm>
          <a:off x="2495293" y="297546"/>
          <a:ext cx="357717" cy="4184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95293" y="381238"/>
        <a:ext cx="250402" cy="251077"/>
      </dsp:txXfrm>
    </dsp:sp>
    <dsp:sp modelId="{B617066E-7379-4AB6-9D49-EB0CE7597DCB}">
      <dsp:nvSpPr>
        <dsp:cNvPr id="0" name=""/>
        <dsp:cNvSpPr/>
      </dsp:nvSpPr>
      <dsp:spPr>
        <a:xfrm>
          <a:off x="3021745" y="573"/>
          <a:ext cx="1687345" cy="10124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kern="1200"/>
            <a:t>Attend ANC</a:t>
          </a:r>
          <a:endParaRPr lang="en-US" sz="1200" b="0" kern="1200"/>
        </a:p>
      </dsp:txBody>
      <dsp:txXfrm>
        <a:off x="3051397" y="30225"/>
        <a:ext cx="1628041" cy="953103"/>
      </dsp:txXfrm>
    </dsp:sp>
    <dsp:sp modelId="{71FAEA18-2A91-442D-B1AD-23B9E413CFF6}">
      <dsp:nvSpPr>
        <dsp:cNvPr id="0" name=""/>
        <dsp:cNvSpPr/>
      </dsp:nvSpPr>
      <dsp:spPr>
        <a:xfrm>
          <a:off x="4857577" y="297546"/>
          <a:ext cx="357717" cy="4184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857577" y="381238"/>
        <a:ext cx="250402" cy="251077"/>
      </dsp:txXfrm>
    </dsp:sp>
    <dsp:sp modelId="{FBB4EF76-3F3B-448C-AD05-437AD3662E72}">
      <dsp:nvSpPr>
        <dsp:cNvPr id="0" name=""/>
        <dsp:cNvSpPr/>
      </dsp:nvSpPr>
      <dsp:spPr>
        <a:xfrm>
          <a:off x="5384028" y="573"/>
          <a:ext cx="1687345" cy="10124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kern="1200"/>
            <a:t>Health center has voucher for pot and gives intervention</a:t>
          </a:r>
          <a:endParaRPr lang="en-US" sz="1200" b="0" kern="1200"/>
        </a:p>
      </dsp:txBody>
      <dsp:txXfrm>
        <a:off x="5413680" y="30225"/>
        <a:ext cx="1628041" cy="953103"/>
      </dsp:txXfrm>
    </dsp:sp>
    <dsp:sp modelId="{6C93300D-B831-4DAF-8E9F-A8B6B9F3B643}">
      <dsp:nvSpPr>
        <dsp:cNvPr id="0" name=""/>
        <dsp:cNvSpPr/>
      </dsp:nvSpPr>
      <dsp:spPr>
        <a:xfrm rot="5400000">
          <a:off x="6048843" y="1131095"/>
          <a:ext cx="357717" cy="4184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6102164" y="1161467"/>
        <a:ext cx="251077" cy="250402"/>
      </dsp:txXfrm>
    </dsp:sp>
    <dsp:sp modelId="{547D487D-AB3F-403E-B152-541B50834D2F}">
      <dsp:nvSpPr>
        <dsp:cNvPr id="0" name=""/>
        <dsp:cNvSpPr/>
      </dsp:nvSpPr>
      <dsp:spPr>
        <a:xfrm>
          <a:off x="5384028" y="1687919"/>
          <a:ext cx="1687345" cy="10124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kern="1200" dirty="0"/>
            <a:t>Caregiver finds store with pot in stock &amp; redeems voucher</a:t>
          </a:r>
          <a:endParaRPr lang="en-US" sz="1200" b="0" kern="1200" dirty="0"/>
        </a:p>
      </dsp:txBody>
      <dsp:txXfrm>
        <a:off x="5413680" y="1717571"/>
        <a:ext cx="1628041" cy="953103"/>
      </dsp:txXfrm>
    </dsp:sp>
    <dsp:sp modelId="{BEACE060-DCE6-47DD-942A-1CE8D6EAEF3F}">
      <dsp:nvSpPr>
        <dsp:cNvPr id="0" name=""/>
        <dsp:cNvSpPr/>
      </dsp:nvSpPr>
      <dsp:spPr>
        <a:xfrm rot="10800000">
          <a:off x="4877825" y="1984892"/>
          <a:ext cx="357717" cy="4184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4985140" y="2068584"/>
        <a:ext cx="250402" cy="251077"/>
      </dsp:txXfrm>
    </dsp:sp>
    <dsp:sp modelId="{CFAD99A0-BD1B-4ACE-83BA-1F6663E5EDF5}">
      <dsp:nvSpPr>
        <dsp:cNvPr id="0" name=""/>
        <dsp:cNvSpPr/>
      </dsp:nvSpPr>
      <dsp:spPr>
        <a:xfrm>
          <a:off x="3021745" y="1687919"/>
          <a:ext cx="1687345" cy="10124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kern="1200"/>
            <a:t>Mother uses the new pot and not the old when pregnant and nursing and for toddler</a:t>
          </a:r>
          <a:endParaRPr lang="en-US" sz="1200" b="0" kern="1200"/>
        </a:p>
      </dsp:txBody>
      <dsp:txXfrm>
        <a:off x="3051397" y="1717571"/>
        <a:ext cx="1628041" cy="953103"/>
      </dsp:txXfrm>
    </dsp:sp>
    <dsp:sp modelId="{FB6CFCD8-F777-494C-BACF-58801C3DC032}">
      <dsp:nvSpPr>
        <dsp:cNvPr id="0" name=""/>
        <dsp:cNvSpPr/>
      </dsp:nvSpPr>
      <dsp:spPr>
        <a:xfrm rot="10800000">
          <a:off x="2515541" y="1984892"/>
          <a:ext cx="357717" cy="4184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2622856" y="2068584"/>
        <a:ext cx="250402" cy="251077"/>
      </dsp:txXfrm>
    </dsp:sp>
    <dsp:sp modelId="{6D1D4CC3-D901-4172-8E7D-49E61362D255}">
      <dsp:nvSpPr>
        <dsp:cNvPr id="0" name=""/>
        <dsp:cNvSpPr/>
      </dsp:nvSpPr>
      <dsp:spPr>
        <a:xfrm>
          <a:off x="659461" y="1687919"/>
          <a:ext cx="1687345" cy="10124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kern="1200"/>
            <a:t>Lower maternal BLL during pregnancy &amp; lactation</a:t>
          </a:r>
          <a:endParaRPr lang="en-US" sz="1200" b="0" kern="1200"/>
        </a:p>
      </dsp:txBody>
      <dsp:txXfrm>
        <a:off x="689113" y="1717571"/>
        <a:ext cx="1628041" cy="953103"/>
      </dsp:txXfrm>
    </dsp:sp>
    <dsp:sp modelId="{D0705266-2C1A-4B69-B093-5AD845AB1241}">
      <dsp:nvSpPr>
        <dsp:cNvPr id="0" name=""/>
        <dsp:cNvSpPr/>
      </dsp:nvSpPr>
      <dsp:spPr>
        <a:xfrm rot="5400000">
          <a:off x="1324275" y="2818440"/>
          <a:ext cx="357717" cy="4184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1377596" y="2848812"/>
        <a:ext cx="251077" cy="250402"/>
      </dsp:txXfrm>
    </dsp:sp>
    <dsp:sp modelId="{104DCCE2-E564-4B40-BEC8-08FF768A6737}">
      <dsp:nvSpPr>
        <dsp:cNvPr id="0" name=""/>
        <dsp:cNvSpPr/>
      </dsp:nvSpPr>
      <dsp:spPr>
        <a:xfrm>
          <a:off x="659461" y="3375264"/>
          <a:ext cx="1687345" cy="10124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kern="1200"/>
            <a:t>Lower fetal BLL, infant BLL when nursing &amp; toddler BLL once complementary feeding begins</a:t>
          </a:r>
          <a:endParaRPr lang="en-US" sz="1200" b="0" kern="1200"/>
        </a:p>
      </dsp:txBody>
      <dsp:txXfrm>
        <a:off x="689113" y="3404916"/>
        <a:ext cx="1628041" cy="953103"/>
      </dsp:txXfrm>
    </dsp:sp>
    <dsp:sp modelId="{855A0485-33C5-4759-8F53-8DDCDCA053E6}">
      <dsp:nvSpPr>
        <dsp:cNvPr id="0" name=""/>
        <dsp:cNvSpPr/>
      </dsp:nvSpPr>
      <dsp:spPr>
        <a:xfrm>
          <a:off x="2495293" y="3672237"/>
          <a:ext cx="357717" cy="4184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95293" y="3755929"/>
        <a:ext cx="250402" cy="251077"/>
      </dsp:txXfrm>
    </dsp:sp>
    <dsp:sp modelId="{7628B6B1-906B-48C5-BB7E-7C5B4B3276A4}">
      <dsp:nvSpPr>
        <dsp:cNvPr id="0" name=""/>
        <dsp:cNvSpPr/>
      </dsp:nvSpPr>
      <dsp:spPr>
        <a:xfrm>
          <a:off x="3021745" y="3375264"/>
          <a:ext cx="1687345" cy="10124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kern="1200"/>
            <a:t>Improved neurodevelopment, higher IQ, fewer behavioral problems</a:t>
          </a:r>
          <a:endParaRPr lang="en-US" sz="1200" b="0" kern="1200"/>
        </a:p>
      </dsp:txBody>
      <dsp:txXfrm>
        <a:off x="3051397" y="3404916"/>
        <a:ext cx="1628041" cy="953103"/>
      </dsp:txXfrm>
    </dsp:sp>
    <dsp:sp modelId="{32355560-19A6-4E4C-93D6-06D94E2CA3E6}">
      <dsp:nvSpPr>
        <dsp:cNvPr id="0" name=""/>
        <dsp:cNvSpPr/>
      </dsp:nvSpPr>
      <dsp:spPr>
        <a:xfrm>
          <a:off x="4857577" y="3672237"/>
          <a:ext cx="357717" cy="4184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857577" y="3755929"/>
        <a:ext cx="250402" cy="251077"/>
      </dsp:txXfrm>
    </dsp:sp>
    <dsp:sp modelId="{1D8D81C3-0A28-4EEE-A072-9081D075743E}">
      <dsp:nvSpPr>
        <dsp:cNvPr id="0" name=""/>
        <dsp:cNvSpPr/>
      </dsp:nvSpPr>
      <dsp:spPr>
        <a:xfrm>
          <a:off x="5384028" y="3375264"/>
          <a:ext cx="1687345" cy="10124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kern="1200"/>
            <a:t>Higher productivity and earning</a:t>
          </a:r>
          <a:endParaRPr lang="en-US" sz="1200" b="0" kern="1200"/>
        </a:p>
      </dsp:txBody>
      <dsp:txXfrm>
        <a:off x="5413680" y="3404916"/>
        <a:ext cx="1628041" cy="9531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2666DE-6792-48AE-9A7B-F4FC87B22B6E}">
      <dsp:nvSpPr>
        <dsp:cNvPr id="0" name=""/>
        <dsp:cNvSpPr/>
      </dsp:nvSpPr>
      <dsp:spPr>
        <a:xfrm>
          <a:off x="0" y="0"/>
          <a:ext cx="6336792" cy="610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none" kern="1200" dirty="0"/>
            <a:t>Family was using an unsafe pot</a:t>
          </a:r>
          <a:endParaRPr lang="en-US" sz="1800" kern="1200" dirty="0"/>
        </a:p>
      </dsp:txBody>
      <dsp:txXfrm>
        <a:off x="17894" y="17894"/>
        <a:ext cx="5606067" cy="575145"/>
      </dsp:txXfrm>
    </dsp:sp>
    <dsp:sp modelId="{6B3DC3AB-A188-46E9-9D65-0598915FC05D}">
      <dsp:nvSpPr>
        <dsp:cNvPr id="0" name=""/>
        <dsp:cNvSpPr/>
      </dsp:nvSpPr>
      <dsp:spPr>
        <a:xfrm>
          <a:off x="473202" y="695785"/>
          <a:ext cx="6336792" cy="610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none" kern="1200"/>
            <a:t>Attend ANC</a:t>
          </a:r>
          <a:endParaRPr lang="en-US" sz="1800" b="0" kern="1200"/>
        </a:p>
      </dsp:txBody>
      <dsp:txXfrm>
        <a:off x="491096" y="713679"/>
        <a:ext cx="5430695" cy="575145"/>
      </dsp:txXfrm>
    </dsp:sp>
    <dsp:sp modelId="{F56E30FE-178F-4152-91C1-E224EF18BFD3}">
      <dsp:nvSpPr>
        <dsp:cNvPr id="0" name=""/>
        <dsp:cNvSpPr/>
      </dsp:nvSpPr>
      <dsp:spPr>
        <a:xfrm>
          <a:off x="946404" y="1391570"/>
          <a:ext cx="6336792" cy="610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none" kern="1200"/>
            <a:t>Health center has voucher for pot and gives intervention</a:t>
          </a:r>
          <a:endParaRPr lang="en-US" sz="1800" b="0" kern="1200"/>
        </a:p>
      </dsp:txBody>
      <dsp:txXfrm>
        <a:off x="964298" y="1409464"/>
        <a:ext cx="5430695" cy="575145"/>
      </dsp:txXfrm>
    </dsp:sp>
    <dsp:sp modelId="{3BDCB55E-82F9-4128-B5D0-C33BF7CB1D7A}">
      <dsp:nvSpPr>
        <dsp:cNvPr id="0" name=""/>
        <dsp:cNvSpPr/>
      </dsp:nvSpPr>
      <dsp:spPr>
        <a:xfrm>
          <a:off x="1419605" y="2087356"/>
          <a:ext cx="6336792" cy="610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none" kern="1200"/>
            <a:t>Caregiver finds store with pot in stock</a:t>
          </a:r>
          <a:endParaRPr lang="en-US" sz="1800" b="0" kern="1200"/>
        </a:p>
      </dsp:txBody>
      <dsp:txXfrm>
        <a:off x="1437499" y="2105250"/>
        <a:ext cx="5430695" cy="575145"/>
      </dsp:txXfrm>
    </dsp:sp>
    <dsp:sp modelId="{FDBF0A2B-AFA8-46C6-9B4B-F089E0EE177C}">
      <dsp:nvSpPr>
        <dsp:cNvPr id="0" name=""/>
        <dsp:cNvSpPr/>
      </dsp:nvSpPr>
      <dsp:spPr>
        <a:xfrm>
          <a:off x="1892808" y="2783141"/>
          <a:ext cx="6336792" cy="610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none" kern="1200"/>
            <a:t>Caregiver redeems voucher</a:t>
          </a:r>
          <a:endParaRPr lang="en-US" sz="1800" b="0" kern="1200"/>
        </a:p>
      </dsp:txBody>
      <dsp:txXfrm>
        <a:off x="1910702" y="2801035"/>
        <a:ext cx="5430695" cy="575145"/>
      </dsp:txXfrm>
    </dsp:sp>
    <dsp:sp modelId="{1879F41B-044A-4DE8-B90C-776EA897BE55}">
      <dsp:nvSpPr>
        <dsp:cNvPr id="0" name=""/>
        <dsp:cNvSpPr/>
      </dsp:nvSpPr>
      <dsp:spPr>
        <a:xfrm>
          <a:off x="5939685" y="446320"/>
          <a:ext cx="397106" cy="397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029034" y="446320"/>
        <a:ext cx="218408" cy="298822"/>
      </dsp:txXfrm>
    </dsp:sp>
    <dsp:sp modelId="{87152EB7-97DD-45B4-8687-219BECCB33E5}">
      <dsp:nvSpPr>
        <dsp:cNvPr id="0" name=""/>
        <dsp:cNvSpPr/>
      </dsp:nvSpPr>
      <dsp:spPr>
        <a:xfrm>
          <a:off x="6412887" y="1142106"/>
          <a:ext cx="397106" cy="397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502236" y="1142106"/>
        <a:ext cx="218408" cy="298822"/>
      </dsp:txXfrm>
    </dsp:sp>
    <dsp:sp modelId="{EB14A53A-2CEA-4E1A-A7E8-D4F2978AB535}">
      <dsp:nvSpPr>
        <dsp:cNvPr id="0" name=""/>
        <dsp:cNvSpPr/>
      </dsp:nvSpPr>
      <dsp:spPr>
        <a:xfrm>
          <a:off x="6886089" y="1827709"/>
          <a:ext cx="397106" cy="397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975438" y="1827709"/>
        <a:ext cx="218408" cy="298822"/>
      </dsp:txXfrm>
    </dsp:sp>
    <dsp:sp modelId="{56615F05-2A99-4592-964F-439F6E08C701}">
      <dsp:nvSpPr>
        <dsp:cNvPr id="0" name=""/>
        <dsp:cNvSpPr/>
      </dsp:nvSpPr>
      <dsp:spPr>
        <a:xfrm>
          <a:off x="7359291" y="2530282"/>
          <a:ext cx="397106" cy="397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448640" y="2530282"/>
        <a:ext cx="218408" cy="2988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The Sentinel Firewall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dirty="0"/>
              <a:t>Safe-product substitution as a high-return </a:t>
            </a:r>
            <a:r>
              <a:rPr lang="en-US" dirty="0"/>
              <a:t>intervention to reduce </a:t>
            </a:r>
            <a:r>
              <a:rPr dirty="0"/>
              <a:t>lead exposure</a:t>
            </a:r>
            <a:r>
              <a:rPr lang="en-US" dirty="0"/>
              <a:t> at critical ages</a:t>
            </a:r>
            <a:br>
              <a:rPr dirty="0"/>
            </a:br>
            <a:br>
              <a:rPr dirty="0"/>
            </a:br>
            <a:r>
              <a:rPr dirty="0"/>
              <a:t>David I. Levine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Research talk for economists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Talk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Lead exposure: why economists should care</a:t>
            </a:r>
          </a:p>
          <a:p>
            <a:pPr lvl="0"/>
            <a:r>
              <a:t>Why informal consumer products create a policy problem</a:t>
            </a:r>
          </a:p>
          <a:p>
            <a:pPr lvl="0"/>
            <a:r>
              <a:t>The Sentinel Firewall idea</a:t>
            </a:r>
          </a:p>
          <a:p>
            <a:pPr lvl="0"/>
            <a:r>
              <a:t>Economic model and main assumptions</a:t>
            </a:r>
          </a:p>
          <a:p>
            <a:pPr lvl="0"/>
            <a:r>
              <a:t>Results and uncertainty</a:t>
            </a:r>
          </a:p>
          <a:p>
            <a:pPr lvl="0"/>
            <a:r>
              <a:t>What the tool lets ministries, NGOs and researchers do locally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Lead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Lead is a neurotoxin with no known safe threshold for children.</a:t>
            </a:r>
          </a:p>
          <a:p>
            <a:pPr lvl="0"/>
            <a:r>
              <a:rPr dirty="0"/>
              <a:t>The biggest losses are often invisible: cognition, learning, </a:t>
            </a:r>
            <a:r>
              <a:rPr dirty="0" err="1"/>
              <a:t>behaviour</a:t>
            </a:r>
            <a:r>
              <a:rPr dirty="0"/>
              <a:t>, adult productivity.</a:t>
            </a:r>
          </a:p>
          <a:p>
            <a:pPr lvl="0"/>
            <a:r>
              <a:rPr dirty="0"/>
              <a:t>Exposure during pregnancy and early childhood is especially damaging because the brain is developing rapidly.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B1D24-FC37-7522-1D8B-EDC4AF761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04C79-CFFB-DACD-000B-2FB53527F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Adult cardiovascular disease is also important, but this talk focuses mainly on child cognition and earnings.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235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Post-Gasoline Lead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54" y="1200151"/>
            <a:ext cx="8229600" cy="3394472"/>
          </a:xfrm>
        </p:spPr>
        <p:txBody>
          <a:bodyPr>
            <a:normAutofit lnSpcReduction="10000"/>
          </a:bodyPr>
          <a:lstStyle/>
          <a:p>
            <a:pPr lvl="0"/>
            <a:r>
              <a:rPr dirty="0"/>
              <a:t>Rich countries largely reduced lead through gasoline, paint and formal-sector regulation.</a:t>
            </a:r>
          </a:p>
          <a:p>
            <a:pPr lvl="0"/>
            <a:r>
              <a:rPr dirty="0"/>
              <a:t>Many LMIC exposures now come from harder-to-regulate sources:</a:t>
            </a:r>
            <a:endParaRPr lang="en-US" dirty="0"/>
          </a:p>
          <a:p>
            <a:pPr lvl="1"/>
            <a:r>
              <a:rPr lang="en-US" dirty="0"/>
              <a:t>artisanal </a:t>
            </a:r>
            <a:r>
              <a:rPr lang="en-US" dirty="0" err="1"/>
              <a:t>aluminium</a:t>
            </a:r>
            <a:r>
              <a:rPr lang="en-US" dirty="0"/>
              <a:t> cookware made from mixed scrap</a:t>
            </a:r>
          </a:p>
          <a:p>
            <a:pPr lvl="1"/>
            <a:r>
              <a:rPr dirty="0"/>
              <a:t>traditional cosmetics such as kohl, kajal or </a:t>
            </a:r>
            <a:r>
              <a:rPr dirty="0" err="1"/>
              <a:t>surma</a:t>
            </a:r>
            <a:endParaRPr dirty="0"/>
          </a:p>
          <a:p>
            <a:pPr lvl="1"/>
            <a:r>
              <a:rPr dirty="0"/>
              <a:t>lead-contaminated ceramics, cups, bowls and utensils</a:t>
            </a:r>
          </a:p>
          <a:p>
            <a:pPr lvl="0"/>
            <a:r>
              <a:rPr dirty="0"/>
              <a:t>These products are ordinary household goods, not obvious “industrial pollution” to consumers.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6A393CC-D28D-3F5C-BFA6-AAE1F2A31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This Is an Economics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Households often cannot observe lead content or delayed cognitive harm.</a:t>
            </a:r>
          </a:p>
          <a:p>
            <a:pPr lvl="0"/>
            <a:r>
              <a:t>Informal producers may not internalise downstream health and productivity losses.</a:t>
            </a:r>
          </a:p>
          <a:p>
            <a:pPr lvl="0"/>
            <a:r>
              <a:t>Regulators may not know which products or supply chains are dangerous.</a:t>
            </a:r>
          </a:p>
          <a:p>
            <a:pPr lvl="0"/>
            <a:r>
              <a:t>The key market failure is not only pollution; it is hidden product quality plus delayed human-capital damage.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Policy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495"/>
            <a:ext cx="8229600" cy="3394472"/>
          </a:xfrm>
        </p:spPr>
        <p:txBody>
          <a:bodyPr/>
          <a:lstStyle/>
          <a:p>
            <a:pPr lvl="0"/>
            <a:r>
              <a:rPr dirty="0"/>
              <a:t>First-best policy: remove lead from products and supply chains.</a:t>
            </a:r>
          </a:p>
          <a:p>
            <a:pPr lvl="0"/>
            <a:r>
              <a:rPr dirty="0"/>
              <a:t>But enforcement and industrial upgrading can be slow.</a:t>
            </a:r>
          </a:p>
          <a:p>
            <a:pPr lvl="0"/>
            <a:r>
              <a:rPr dirty="0"/>
              <a:t>Pregnant women and infants are exposed now.</a:t>
            </a:r>
          </a:p>
          <a:p>
            <a:pPr lvl="0"/>
            <a:r>
              <a:rPr dirty="0"/>
              <a:t>Question: can health systems create a temporary consumer firewall while regulation catches up?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Sentinel Firewall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437" y="1190228"/>
            <a:ext cx="8229600" cy="3394472"/>
          </a:xfrm>
        </p:spPr>
        <p:txBody>
          <a:bodyPr/>
          <a:lstStyle/>
          <a:p>
            <a:pPr lvl="0"/>
            <a:r>
              <a:rPr dirty="0"/>
              <a:t>Use sentinel screening to identify high-risk districts or catchments.</a:t>
            </a:r>
          </a:p>
          <a:p>
            <a:pPr lvl="0"/>
            <a:r>
              <a:rPr dirty="0"/>
              <a:t>Deploy modular safe-product packages through existing maternal and child health contacts.</a:t>
            </a:r>
          </a:p>
          <a:p>
            <a:pPr lvl="0"/>
            <a:r>
              <a:rPr dirty="0"/>
              <a:t>Use uptake, surrendered products and biomonitoring to inform enforcement.</a:t>
            </a:r>
          </a:p>
          <a:p>
            <a:pPr lvl="0"/>
            <a:r>
              <a:rPr dirty="0"/>
              <a:t>This is harm reduction, not a substitute for eliminating lead from production.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Modelled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Kitchen Package:</a:t>
            </a:r>
          </a:p>
          <a:p>
            <a:pPr lvl="0"/>
            <a:r>
              <a:t>ANC voucher for a lead-safe cooking pot</a:t>
            </a:r>
          </a:p>
          <a:p>
            <a:pPr lvl="0"/>
            <a:r>
              <a:t>ANC calcium supplements</a:t>
            </a:r>
          </a:p>
          <a:p>
            <a:pPr lvl="0"/>
            <a:r>
              <a:t>safe child feeding utensils at immunisation</a:t>
            </a:r>
          </a:p>
          <a:p>
            <a:pPr lvl="0"/>
            <a:r>
              <a:t>Kohl Package:</a:t>
            </a:r>
          </a:p>
          <a:p>
            <a:pPr lvl="0"/>
            <a:r>
              <a:t>safe maternal kohl through ANC</a:t>
            </a:r>
          </a:p>
          <a:p>
            <a:pPr lvl="0"/>
            <a:r>
              <a:t>safe infant kohl through facility delivery or early-immunisation catch-up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Pathway For The Kitchen Package</a:t>
            </a:r>
          </a:p>
        </p:txBody>
      </p:sp>
      <p:pic>
        <p:nvPicPr>
          <p:cNvPr id="3" name="Picture 1" descr="../figures_main/figure_1_kitchen_cognition_pathwa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31900"/>
            <a:ext cx="8229600" cy="279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Kitchen package cognition pathway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Economic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Unit: mother-child pair in a targeted high-risk setting.</a:t>
            </a:r>
          </a:p>
          <a:p>
            <a:pPr lvl="0"/>
            <a:r>
              <a:t>Costs: product costs, counselling, distribution, programme overhead and fixed screening cost per birth.</a:t>
            </a:r>
          </a:p>
          <a:p>
            <a:pPr lvl="0"/>
            <a:r>
              <a:t>Benefits: child IQ gains mapped to lifetime earnings; maternal/neonatal and adult CVD benefits are secondary extensions.</a:t>
            </a:r>
          </a:p>
          <a:p>
            <a:pPr lvl="0"/>
            <a:r>
              <a:t>Main output: benefit-cost ratio.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Earnings 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Present value of lifetime earnings:</a:t>
            </a:r>
          </a:p>
          <a:p>
            <a:pPr lvl="0"/>
            <a:r>
              <a:t>productivity = GDP PPP per capita x labour force participation</a:t>
            </a:r>
          </a:p>
          <a:p>
            <a:pPr lvl="0"/>
            <a:r>
              <a:t>year-by-year survival from birth to adulthood and through working life</a:t>
            </a:r>
          </a:p>
          <a:p>
            <a:pPr lvl="0"/>
            <a:r>
              <a:t>real growth and social discounting</a:t>
            </a:r>
          </a:p>
          <a:p>
            <a:pPr lvl="0"/>
            <a:r>
              <a:t>Lead channel:</a:t>
            </a:r>
          </a:p>
          <a:p>
            <a:pPr lvl="0"/>
            <a:r>
              <a:t>lower BLL -&gt; IQ gain -&gt; higher lifetime earnings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The Model Is Conservative In Spirit</a:t>
            </a:r>
          </a:p>
        </p:txBody>
      </p:sp>
      <p:pic>
        <p:nvPicPr>
          <p:cNvPr id="4" name="Picture 1" descr="images/voucher_chai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970033"/>
            <a:ext cx="508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Voucher implementation chain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Main Results</a:t>
            </a:r>
          </a:p>
        </p:txBody>
      </p:sp>
      <p:pic>
        <p:nvPicPr>
          <p:cNvPr id="3" name="Picture 1" descr="../figures_main/figure_2_bcr_distribu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BCR distributions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Result Magnitudes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dirty="0"/>
              <a:t>Kitchen Package cognition BCR:</a:t>
            </a:r>
            <a:r>
              <a:rPr lang="en-US" dirty="0"/>
              <a:t> </a:t>
            </a:r>
            <a:r>
              <a:rPr dirty="0"/>
              <a:t>median 5.58</a:t>
            </a:r>
          </a:p>
          <a:p>
            <a:pPr lvl="1"/>
            <a:r>
              <a:rPr dirty="0"/>
              <a:t>5th-95th percentile range 1.97 to 15.20</a:t>
            </a:r>
          </a:p>
          <a:p>
            <a:pPr lvl="1"/>
            <a:r>
              <a:rPr dirty="0"/>
              <a:t>0.28% of simulations below parity</a:t>
            </a:r>
          </a:p>
          <a:p>
            <a:pPr lvl="0"/>
            <a:r>
              <a:rPr dirty="0"/>
              <a:t>Kohl Package cognition BCR:</a:t>
            </a:r>
            <a:r>
              <a:rPr lang="en-US" dirty="0"/>
              <a:t> </a:t>
            </a:r>
            <a:r>
              <a:rPr dirty="0"/>
              <a:t>median 4.66</a:t>
            </a:r>
          </a:p>
          <a:p>
            <a:pPr lvl="1"/>
            <a:r>
              <a:rPr dirty="0"/>
              <a:t>5th-95th percentile range 1.42 to 14.00</a:t>
            </a:r>
          </a:p>
          <a:p>
            <a:pPr lvl="1"/>
            <a:r>
              <a:rPr dirty="0"/>
              <a:t>1.69% below parity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Interpretation For Economists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These are not universal LMIC estimates.</a:t>
            </a:r>
          </a:p>
          <a:p>
            <a:pPr lvl="0"/>
            <a:r>
              <a:rPr dirty="0"/>
              <a:t>They are a demonstration using plausible LMIC values in settings where the hazardous product is common.</a:t>
            </a:r>
          </a:p>
          <a:p>
            <a:pPr lvl="0"/>
            <a:r>
              <a:rPr dirty="0"/>
              <a:t>The high returns come from a large human-capital externality relative to low costs</a:t>
            </a:r>
            <a:r>
              <a:rPr lang="en-US" dirty="0"/>
              <a:t> of substitute products </a:t>
            </a:r>
          </a:p>
          <a:p>
            <a:pPr lvl="1"/>
            <a:r>
              <a:rPr lang="en-US" dirty="0"/>
              <a:t>Even assuming many gaps in implementation</a:t>
            </a:r>
            <a:endParaRPr dirty="0"/>
          </a:p>
          <a:p>
            <a:pPr lvl="0"/>
            <a:r>
              <a:rPr dirty="0"/>
              <a:t>The uncertainty is real, but much of it is measurable in pilots.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Drives The Results?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Product-specific BLL reduction: does the product really matter locally?</a:t>
            </a:r>
          </a:p>
          <a:p>
            <a:pPr lvl="0"/>
            <a:r>
              <a:rPr dirty="0"/>
              <a:t>Prevalence: are we targeting a true hotspot?</a:t>
            </a:r>
          </a:p>
          <a:p>
            <a:pPr lvl="0"/>
            <a:r>
              <a:rPr dirty="0"/>
              <a:t>Implementation: does the health system deliver and do households use the safe good</a:t>
            </a:r>
            <a:r>
              <a:rPr lang="en-US" dirty="0"/>
              <a:t> (&amp; quit using unsafe)</a:t>
            </a:r>
            <a:r>
              <a:rPr dirty="0"/>
              <a:t>?</a:t>
            </a:r>
          </a:p>
          <a:p>
            <a:pPr lvl="0"/>
            <a:r>
              <a:rPr dirty="0"/>
              <a:t>BLL-to-IQ and IQ-to-earnings parameters</a:t>
            </a:r>
          </a:p>
          <a:p>
            <a:pPr lvl="0"/>
            <a:r>
              <a:rPr dirty="0"/>
              <a:t>Discounting and local productivity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Local Adaptation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691" y="1207079"/>
            <a:ext cx="8229600" cy="3394472"/>
          </a:xfrm>
        </p:spPr>
        <p:txBody>
          <a:bodyPr>
            <a:normAutofit fontScale="92500"/>
          </a:bodyPr>
          <a:lstStyle/>
          <a:p>
            <a:pPr lvl="0"/>
            <a:r>
              <a:rPr dirty="0"/>
              <a:t>The Python model runs the full probabilistic sensitivity analysis.</a:t>
            </a:r>
          </a:p>
          <a:p>
            <a:pPr lvl="0"/>
            <a:r>
              <a:rPr dirty="0"/>
              <a:t>The Excel/Google Sheets version is a deterministic mode-only tool.</a:t>
            </a:r>
          </a:p>
          <a:p>
            <a:pPr lvl="0"/>
            <a:r>
              <a:rPr dirty="0"/>
              <a:t>Local users can change:</a:t>
            </a:r>
          </a:p>
          <a:p>
            <a:pPr lvl="1"/>
            <a:r>
              <a:rPr dirty="0"/>
              <a:t>product prevalence</a:t>
            </a:r>
          </a:p>
          <a:p>
            <a:pPr lvl="1"/>
            <a:r>
              <a:rPr dirty="0"/>
              <a:t>product prices</a:t>
            </a:r>
          </a:p>
          <a:p>
            <a:pPr lvl="1"/>
            <a:r>
              <a:rPr dirty="0"/>
              <a:t>attendance and fidelity</a:t>
            </a:r>
          </a:p>
          <a:p>
            <a:pPr lvl="1"/>
            <a:r>
              <a:rPr dirty="0"/>
              <a:t>redemption and use</a:t>
            </a:r>
          </a:p>
          <a:p>
            <a:pPr lvl="1"/>
            <a:r>
              <a:rPr dirty="0"/>
              <a:t>expected BLL response</a:t>
            </a:r>
          </a:p>
          <a:p>
            <a:pPr lvl="1"/>
            <a:r>
              <a:rPr dirty="0"/>
              <a:t>productivity and discounting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A Pilot Should Measure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182" y="1190228"/>
            <a:ext cx="8229600" cy="3394472"/>
          </a:xfrm>
        </p:spPr>
        <p:txBody>
          <a:bodyPr/>
          <a:lstStyle/>
          <a:p>
            <a:pPr lvl="0"/>
            <a:r>
              <a:rPr dirty="0"/>
              <a:t>Baseline product contamination and household use</a:t>
            </a:r>
          </a:p>
          <a:p>
            <a:pPr lvl="0"/>
            <a:r>
              <a:rPr dirty="0"/>
              <a:t>Voucher issuance and redemption</a:t>
            </a:r>
          </a:p>
          <a:p>
            <a:pPr lvl="0"/>
            <a:r>
              <a:rPr dirty="0"/>
              <a:t>Merchant stock and prices</a:t>
            </a:r>
          </a:p>
          <a:p>
            <a:pPr lvl="0"/>
            <a:r>
              <a:rPr dirty="0"/>
              <a:t>Sustained use by pregnant women and young children</a:t>
            </a:r>
          </a:p>
          <a:p>
            <a:pPr lvl="0"/>
            <a:r>
              <a:rPr dirty="0"/>
              <a:t>Residual use of unsafe products</a:t>
            </a:r>
          </a:p>
          <a:p>
            <a:pPr lvl="0"/>
            <a:r>
              <a:rPr dirty="0"/>
              <a:t>Measured child or maternal BLL response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C3E2F0-705C-16CD-552C-774B5F18D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Reframes lead control as a targeted human-capital investment.</a:t>
            </a:r>
          </a:p>
          <a:p>
            <a:pPr lvl="0"/>
            <a:r>
              <a:t>Connects environmental health, maternal-child health platforms and benefit-cost analysis.</a:t>
            </a:r>
          </a:p>
          <a:p>
            <a:pPr lvl="0"/>
            <a:r>
              <a:t>Makes assumptions transparent enough to challenge.</a:t>
            </a:r>
          </a:p>
          <a:p>
            <a:pPr lvl="0"/>
            <a:r>
              <a:t>Provides code and spreadsheet tools so local teams can decide whether substitution is attractive in their own setting.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t>Lanphear et al. 2005; Canfield et al. 2003; Jusko et al. 2008 on lead and cognition.</a:t>
            </a:r>
          </a:p>
          <a:p>
            <a:pPr lvl="0"/>
            <a:r>
              <a:t>Crawfurd et al. 2025 on lead and learning in developing countries.</a:t>
            </a:r>
          </a:p>
          <a:p>
            <a:pPr lvl="0"/>
            <a:r>
              <a:t>Ozawa et al. 2022; Grosse et al. 2002; Hanushek and Woessmann 2008 on cognition and earnings.</a:t>
            </a:r>
          </a:p>
          <a:p>
            <a:pPr lvl="0"/>
            <a:r>
              <a:t>Weidenhamer et al. 2014, 2023 and Sargsyan et al. 2024 on contaminated products.</a:t>
            </a:r>
          </a:p>
          <a:p>
            <a:pPr lvl="0"/>
            <a:r>
              <a:t>Larsen and Sanchez-Triana 2023 on global lead burden and costs.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Where would substitution be most attractive?</a:t>
            </a:r>
          </a:p>
          <a:p>
            <a:pPr lvl="0"/>
            <a:r>
              <a:t>What parameter would you most want to identify causally?</a:t>
            </a:r>
          </a:p>
          <a:p>
            <a:pPr lvl="0"/>
            <a:r>
              <a:t>Should the first pilot randomise vouchers, prices or information?</a:t>
            </a:r>
          </a:p>
          <a:p>
            <a:pPr lvl="0"/>
            <a:r>
              <a:t>How should we value cognition gains in largely informal labour markets?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FD90-7051-4B10-3543-45AB1DD65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9C631C-5BED-E788-7E7E-8564E86FF7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073636"/>
              </p:ext>
            </p:extLst>
          </p:nvPr>
        </p:nvGraphicFramePr>
        <p:xfrm>
          <a:off x="457200" y="205980"/>
          <a:ext cx="7730836" cy="4388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7605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4D339-C578-DF64-27D6-D769D3AC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AE73FB-87FF-C11E-D36E-C3CE82CB5C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648782"/>
              </p:ext>
            </p:extLst>
          </p:nvPr>
        </p:nvGraphicFramePr>
        <p:xfrm>
          <a:off x="457200" y="1200150"/>
          <a:ext cx="8229600" cy="3394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2325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1030</Words>
  <Application>Microsoft Office PowerPoint</Application>
  <PresentationFormat>On-screen Show (16:9)</PresentationFormat>
  <Paragraphs>129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The Sentinel Firewall</vt:lpstr>
      <vt:lpstr>Talk Roadmap</vt:lpstr>
      <vt:lpstr>Why Lead Matters</vt:lpstr>
      <vt:lpstr>PowerPoint Presentation</vt:lpstr>
      <vt:lpstr>The Post-Gasoline Lead Problem</vt:lpstr>
      <vt:lpstr>Why This Is an Economics Problem</vt:lpstr>
      <vt:lpstr>Policy Gap</vt:lpstr>
      <vt:lpstr>Sentinel Firewall</vt:lpstr>
      <vt:lpstr>Modelled Packages</vt:lpstr>
      <vt:lpstr>Pathway For The Kitchen Package</vt:lpstr>
      <vt:lpstr>Economic Model</vt:lpstr>
      <vt:lpstr>Earnings Channel</vt:lpstr>
      <vt:lpstr>Why The Model Is Conservative In Spirit</vt:lpstr>
      <vt:lpstr>Main Results</vt:lpstr>
      <vt:lpstr>Result Magnitudes</vt:lpstr>
      <vt:lpstr>Interpretation For Economists</vt:lpstr>
      <vt:lpstr>What Drives The Results?</vt:lpstr>
      <vt:lpstr>Local Adaptation Tool</vt:lpstr>
      <vt:lpstr>What A Pilot Should Measure</vt:lpstr>
      <vt:lpstr>Contribution</vt:lpstr>
      <vt:lpstr>Selected References</vt:lpstr>
      <vt:lpstr>Discussion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Sentinel Firewall</dc:title>
  <dc:creator>David I. Levine</dc:creator>
  <cp:keywords/>
  <cp:lastModifiedBy>David Levine</cp:lastModifiedBy>
  <cp:revision>2</cp:revision>
  <dcterms:created xsi:type="dcterms:W3CDTF">2026-04-20T22:46:34Z</dcterms:created>
  <dcterms:modified xsi:type="dcterms:W3CDTF">2026-04-21T16:58:18Z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Research talk for economists</vt:lpwstr>
  </property>
  <property fmtid="{D5CDD505-2E9C-101B-9397-08002B2CF9AE}" pid="3" name="subtitle">
    <vt:lpwstr>Safe-product substitution as a high-return lead exposure intervention</vt:lpwstr>
  </property>
</Properties>
</file>