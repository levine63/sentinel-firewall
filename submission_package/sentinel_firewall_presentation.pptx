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Sentinel Firewall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Reducing Lead Exposure through Consumer Product Substitution</a:t>
            </a:r>
          </a:p>
          <a:p>
            <a:r>
              <a:t>Policy-oriented cost-effectiveness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 exposure harms child development</a:t>
            </a:r>
          </a:p>
          <a:p>
            <a:r>
              <a:t>Common sources: cookware, kohl, feeding items</a:t>
            </a:r>
          </a:p>
          <a:p>
            <a:r>
              <a:t>Regulation is slow → need rapid mitigation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safe substitutes at health contact points:</a:t>
            </a:r>
          </a:p>
          <a:p>
            <a:r>
              <a:t>- ANC</a:t>
            </a:r>
          </a:p>
          <a:p>
            <a:r>
              <a:t>- Birth</a:t>
            </a:r>
          </a:p>
          <a:p>
            <a:r>
              <a:t>- Immunization</a:t>
            </a:r>
          </a:p>
          <a:p>
            <a:r>
              <a:t>Reduce exposure during critical early-life window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Conceptual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Intervention → BLL ↓ → IQ ↑ → Earnings ↑</a:t>
            </a:r>
          </a:p>
          <a:p>
            <a:r>
              <a:t>Reality chain reduces effectiveness:</a:t>
            </a:r>
          </a:p>
          <a:p>
            <a:r>
              <a:t>Attendance × Fidelity × Adherence × Prevalence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 pot (household)</a:t>
            </a:r>
          </a:p>
          <a:p>
            <a:r>
              <a:t>Safe kohl (maternal &amp; infant)</a:t>
            </a:r>
          </a:p>
          <a:p>
            <a:r>
              <a:t>Safe mug/utensils</a:t>
            </a:r>
          </a:p>
          <a:p>
            <a:r>
              <a:t>Calcium supplements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IQ gain per μg/dL BLL reduction</a:t>
            </a:r>
          </a:p>
          <a:p>
            <a:r>
              <a:t>Earnings return per IQ point</a:t>
            </a:r>
          </a:p>
          <a:p>
            <a:r>
              <a:t>PPP GDP × labor force participation</a:t>
            </a:r>
          </a:p>
          <a:p>
            <a:r>
              <a:t>Discounting and survival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 costs</a:t>
            </a:r>
          </a:p>
          <a:p>
            <a:r>
              <a:t>Delivery/admin costs</a:t>
            </a:r>
          </a:p>
          <a:p>
            <a:r>
              <a:t>Contact costs (CHW / nurse)</a:t>
            </a:r>
          </a:p>
          <a:p>
            <a:r>
              <a:t>Costs incurred only when delivered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Primary: lifetime earnings gains from IQ</a:t>
            </a:r>
          </a:p>
          <a:p>
            <a:r>
              <a:t>Extensions:</a:t>
            </a:r>
          </a:p>
          <a:p>
            <a:r>
              <a:t>- Maternal health</a:t>
            </a:r>
          </a:p>
          <a:p>
            <a:r>
              <a:t>- CVD</a:t>
            </a:r>
          </a:p>
          <a:p>
            <a:r>
              <a:t>- DALYs (non-monetized)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BCR in baseline scenarios</a:t>
            </a:r>
          </a:p>
          <a:p>
            <a:r>
              <a:t>Driven by:</a:t>
            </a:r>
          </a:p>
          <a:p>
            <a:r>
              <a:t>- Large cognitive impacts</a:t>
            </a:r>
          </a:p>
          <a:p>
            <a:r>
              <a:t>- Low intervention cost</a:t>
            </a:r>
          </a:p>
          <a:p>
            <a:r>
              <a:t>Sensitive to:</a:t>
            </a:r>
          </a:p>
          <a:p>
            <a:r>
              <a:t>- adherence</a:t>
            </a:r>
          </a:p>
          <a:p>
            <a:r>
              <a:t>- prevalence</a:t>
            </a:r>
          </a:p>
          <a:p>
            <a:r>
              <a:t>- productivity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Policy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Excel model allows local adaptation:</a:t>
            </a:r>
          </a:p>
          <a:p>
            <a:r>
              <a:t>- country inputs</a:t>
            </a:r>
          </a:p>
          <a:p>
            <a:r>
              <a:t>- program design</a:t>
            </a:r>
          </a:p>
          <a:p>
            <a:r>
              <a:t>- costs</a:t>
            </a:r>
          </a:p>
          <a:p>
            <a:r>
              <a:t>Outputs BCR for decision-making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Uncertainty in dose-response</a:t>
            </a:r>
          </a:p>
          <a:p>
            <a:r>
              <a:t>Additivity assumptions</a:t>
            </a:r>
          </a:p>
          <a:p>
            <a:r>
              <a:t>Limited LMIC-specific evidence</a:t>
            </a:r>
          </a:p>
          <a:p>
            <a:r>
              <a:t>Behavioral adherence uncertain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 reduction likely highly cost-effective</a:t>
            </a:r>
          </a:p>
          <a:p>
            <a:r>
              <a:t>Consumer substitution is actionable</a:t>
            </a:r>
          </a:p>
          <a:p>
            <a:r>
              <a:t>Policy tool enables local decision-making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